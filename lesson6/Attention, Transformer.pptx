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25"/>
  </p:notesMasterIdLst>
  <p:sldIdLst>
    <p:sldId id="256" r:id="rId2"/>
    <p:sldId id="257" r:id="rId3"/>
    <p:sldId id="262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4" r:id="rId22"/>
    <p:sldId id="285" r:id="rId23"/>
    <p:sldId id="286" r:id="rId24"/>
    <p:sldId id="287" r:id="rId25"/>
    <p:sldId id="388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89" r:id="rId95"/>
    <p:sldId id="360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  <p:sldId id="382" r:id="rId118"/>
    <p:sldId id="383" r:id="rId119"/>
    <p:sldId id="384" r:id="rId120"/>
    <p:sldId id="385" r:id="rId121"/>
    <p:sldId id="386" r:id="rId122"/>
    <p:sldId id="387" r:id="rId123"/>
    <p:sldId id="390" r:id="rId124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26"/>
      <p:bold r:id="rId127"/>
      <p:italic r:id="rId128"/>
      <p:boldItalic r:id="rId129"/>
    </p:embeddedFont>
    <p:embeddedFont>
      <p:font typeface="Old Standard TT" panose="020B0604020202020204" charset="-52"/>
      <p:regular r:id="rId130"/>
      <p:bold r:id="rId131"/>
      <p:italic r:id="rId13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font" Target="fonts/font4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5.fntdata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6.fntdata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7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f105076a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9f105076a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f105076a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9f105076a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0dee65dd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f0dee65dd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f105076a6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f105076a6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f0dee65ddc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f0dee65ddc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f0dee65dd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f0dee65ddc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f0dee65ddc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f0dee65ddc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f0dee65ddc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f0dee65ddc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f0dee65ddc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f0dee65ddc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f0dee65ddc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f0dee65ddc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f0dee65ddc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f0dee65ddc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9f105076a6_0_1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9f105076a6_0_1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9f105076a6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9f105076a6_0_1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9f105076a6_0_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9f105076a6_0_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f0dee65ddc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1f0dee65ddc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f0dee65ddc_0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f0dee65ddc_0_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9f105076a6_0_1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9f105076a6_0_1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1f0dee65ddc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1f0dee65ddc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9f105076a6_0_2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9f105076a6_0_2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1f0dee65ddc_0_8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1f0dee65ddc_0_8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9f105076a6_0_2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9f105076a6_0_2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f0dee65ddc_0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1f0dee65ddc_0_9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9f105076a6_0_2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9f105076a6_0_2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D28425D8-72AC-1C51-F771-DF5CDCA0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>
            <a:extLst>
              <a:ext uri="{FF2B5EF4-FFF2-40B4-BE49-F238E27FC236}">
                <a16:creationId xmlns:a16="http://schemas.microsoft.com/office/drawing/2014/main" id="{C25F829D-6FAE-697C-9886-5A2E752DF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>
            <a:extLst>
              <a:ext uri="{FF2B5EF4-FFF2-40B4-BE49-F238E27FC236}">
                <a16:creationId xmlns:a16="http://schemas.microsoft.com/office/drawing/2014/main" id="{A88488B4-1825-D3BE-D3D7-78966D544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0419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9efbcb7db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9efbcb7db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9efbcb7db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9efbcb7db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9efbcb7db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9efbcb7db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f0ddda571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f0ddda571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0ddda5715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0ddda5715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0ddda571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0ddda571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9efbcb7db4_0_2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9efbcb7db4_0_2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9efbcb7db4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9efbcb7db4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9efbcb7db4_0_2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9efbcb7db4_0_2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9efbcb7db4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9efbcb7db4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9efbcb7db4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9efbcb7db4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f0ddda571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f0ddda571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f0ddda571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f0ddda571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1f0ddda5715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1f0ddda5715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9efbcb7db4_0_1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efbcb7db4_0_1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9efbcb7db4_0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9efbcb7db4_0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f0ddda5715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f0ddda5715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9efbcb7db4_0_1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9efbcb7db4_0_1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9efbcb7db4_0_1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9efbcb7db4_0_1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9efbcb7db4_0_2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9efbcb7db4_0_2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29efbcb7db4_0_2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29efbcb7db4_0_2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9efbcb7db4_0_2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9efbcb7db4_0_2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9efbcb7db4_0_2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9efbcb7db4_0_2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29efbcb7db4_0_2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29efbcb7db4_0_2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9efbcb7db4_0_2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9efbcb7db4_0_2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9f22a8a8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9f22a8a8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9f22a8a8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9f22a8a8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9f22a8a85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9f22a8a85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9f22a8a85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9f22a8a85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f22a8a85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f22a8a85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9f22a8a85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9f22a8a85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9f22a8a85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9f22a8a85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f22a8a85f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f22a8a85f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8b0a6265c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8b0a6265c_1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8b0a6265c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8b0a6265c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8b0a6265c_1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68b0a6265c_1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68b0a6265c_1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68b0a6265c_1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8b0a6265c_1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8b0a6265c_1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9f22a8a85f_0_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9f22a8a85f_0_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9f22a8a85f_0_1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9f22a8a85f_0_1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9f22a8a85f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9f22a8a85f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9f22a8a85f_0_4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9f22a8a85f_0_4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9f22a8a85f_0_4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9f22a8a85f_0_4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9f22a8a85f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9f22a8a85f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68b0a6265c_1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68b0a6265c_1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9f22a8a85f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29f22a8a85f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9f22a8a85f_0_4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9f22a8a85f_0_4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68b0a6265c_1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68b0a6265c_1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f22a8a85f_0_1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f22a8a85f_0_1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9f22a8a85f_0_1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9f22a8a85f_0_1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9f22a8a85f_0_1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9f22a8a85f_0_1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9f22a8a85f_0_4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9f22a8a85f_0_4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68b0a6265c_1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68b0a6265c_1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69606db3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69606db3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9f22a8a85f_0_1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9f22a8a85f_0_1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9f22a8a85f_0_1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9f22a8a85f_0_1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68b0a6265c_1_8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68b0a6265c_1_8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68b0a6265c_1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68b0a6265c_1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68b0a6265c_1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68b0a6265c_1_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9f22a8a85f_0_2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9f22a8a85f_0_2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9f22a8a85f_0_2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9f22a8a85f_0_2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9f22a8a85f_0_2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9f22a8a85f_0_2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9f22a8a85f_0_4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9f22a8a85f_0_4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68b0a6265c_1_1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68b0a6265c_1_1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68b0a6265c_1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68b0a6265c_1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9f22a8a85f_0_2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9f22a8a85f_0_2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68b0a6265c_1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68b0a6265c_1_1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817614E9-06E1-8CC9-C229-55B34C26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>
            <a:extLst>
              <a:ext uri="{FF2B5EF4-FFF2-40B4-BE49-F238E27FC236}">
                <a16:creationId xmlns:a16="http://schemas.microsoft.com/office/drawing/2014/main" id="{61008138-61D9-5896-3CAF-EEF8B2288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>
            <a:extLst>
              <a:ext uri="{FF2B5EF4-FFF2-40B4-BE49-F238E27FC236}">
                <a16:creationId xmlns:a16="http://schemas.microsoft.com/office/drawing/2014/main" id="{DD1F4A85-F12D-A895-FDBB-27AF87F34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41836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268bf43e5a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68bf43e5a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68b0a6265c_1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68b0a6265c_1_1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29f22a8a85f_0_2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29f22a8a85f_0_2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68b0a6265c_1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68b0a6265c_1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68b0a6265c_1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268b0a6265c_1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29f22a8a85f_0_2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29f22a8a85f_0_2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68b0a6265c_1_1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68b0a6265c_1_1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268b0a6265c_1_1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268b0a6265c_1_1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268b0a6265c_1_1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268b0a6265c_1_1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9f22a8a85f_0_4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9f22a8a85f_0_4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268b0a6265c_1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268b0a6265c_1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268b0a6265c_1_1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268b0a6265c_1_1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268b0a6265c_1_1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268b0a6265c_1_1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9f22a8a85f_0_3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9f22a8a85f_0_3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68b0a6265c_1_1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68b0a6265c_1_1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268b0a6265c_1_1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268b0a6265c_1_16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268b0a6265c_1_1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268b0a6265c_1_1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268b0a6265c_1_1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68b0a6265c_1_1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268b0a6265c_1_1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268b0a6265c_1_1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268b0a6265c_1_1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268b0a6265c_1_1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29f22a8a85f_0_3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8" name="Google Shape;2378;g29f22a8a85f_0_3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1ec50cc1201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1ec50cc1201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1ec50cc1201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1ec50cc1201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268b0a6265c_1_2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268b0a6265c_1_2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g1ec50cc1201_1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1" name="Google Shape;2501;g1ec50cc1201_1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g1ec50cc1201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2" name="Google Shape;2532;g1ec50cc1201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g268b0a6265c_1_2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8" name="Google Shape;2538;g268b0a6265c_1_2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g29f22a8a85f_0_4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4" name="Google Shape;2544;g29f22a8a85f_0_4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2">
          <a:extLst>
            <a:ext uri="{FF2B5EF4-FFF2-40B4-BE49-F238E27FC236}">
              <a16:creationId xmlns:a16="http://schemas.microsoft.com/office/drawing/2014/main" id="{885E715F-61E4-BAD7-1E44-EBB57F29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g29f22a8a85f_0_4393:notes">
            <a:extLst>
              <a:ext uri="{FF2B5EF4-FFF2-40B4-BE49-F238E27FC236}">
                <a16:creationId xmlns:a16="http://schemas.microsoft.com/office/drawing/2014/main" id="{A298201C-F2A5-39A6-63E1-D73AFAF9A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4" name="Google Shape;2544;g29f22a8a85f_0_4393:notes">
            <a:extLst>
              <a:ext uri="{FF2B5EF4-FFF2-40B4-BE49-F238E27FC236}">
                <a16:creationId xmlns:a16="http://schemas.microsoft.com/office/drawing/2014/main" id="{FC43C7E6-77BB-B883-6E28-E6C43C5E8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65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BDB2E-EF9E-5485-8C99-2B665EEF4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C54286-6E5D-A461-48BD-3F3CE36F2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EA0CA6-F34B-5B24-ED7C-4FBE2213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A2686-E07E-9019-EED8-92FD0910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D45012-114A-3544-B7F4-9C873975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3588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C203A-D8D6-B76A-9479-7783D3A1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29595B-DFE6-CD1A-3953-B0A1F8D75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6FA98-42C1-441B-9FE2-52A33121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EA437A-5299-FEE4-4A31-97601408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D09AD0-086C-74A0-3B21-B1CE35AA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800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EBE66-8290-FC92-EC35-F56A400DB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579BCA-8D3F-CBA3-914F-B87D16755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919920-8409-6B19-B0A8-343091C5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4BC6EA-21B0-3BE6-5F86-5FE87065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AB4BC9-AA5B-9A95-3961-CB1764B3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4989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5BCAA-04D3-E6FC-41A0-8CA646A0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ACF03A-E554-48F7-C9D8-BA7BE8F60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ABFF5F-15C8-1644-5511-B0EC3AA07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AE618F-3977-F00D-39FE-B1F9F24A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B45F2D-AF9D-AB09-7EFB-804F2884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2965E2-AC46-62EE-EA59-4DE774F7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5934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63103-4EE1-B1D4-1AC9-E4E4EBA38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5D733-165B-AF12-637C-98CEEED30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0365F5-8D7E-03E4-A71F-FA772CEB0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0A8140-F0E2-9547-0FD8-FAD792911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618D9F-DCD6-BF0A-807D-6CD1FDC67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6D0464-9234-DE11-20FB-979A8EA1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8D61D5-5EE1-303B-867D-F4DE3074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BAF4AE5-373C-3797-E7BC-E8E536BC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1187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A8C9C-E3A8-C65B-F9D1-CAEE91ED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B626B2A-EDE3-5226-1E9E-E2177C7A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1403D59-F0FE-6B1F-9E77-E097BC74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20BA1F-F1F6-31A7-1D85-050218F8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092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0A04DA-682B-B78F-06B1-3EE070F2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6AEEC8-08C4-E5D0-ACB2-56834A0C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FA4728-D4BD-2D4B-6960-7D68D090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326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2BA73-E977-9109-5C79-574661CA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069289-A669-276A-9903-BB808724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0A00E4-EA40-8AC1-7064-9607BF841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02B027-D0FF-F3CA-6443-A17EE196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35D648-105C-A683-C55B-975EBA4D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25931B-7F20-B454-1751-96DFDAA8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932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5EE35-58DE-3F18-5E14-CF2D285B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71139E-DE99-015F-A38E-23004B81F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B9E0DA-3A9A-A118-88CB-48E076B19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2A2ECB-F008-A31A-64EB-836FA24A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9CF47C-E85F-A40F-1B2A-3D1A67B3B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D23F48-1658-3328-E036-3F2618E3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1166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D61F1-79AD-4864-7CD9-7176A545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1B76D-E7CB-43AF-88F5-8F58CEDA6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CDACF6-ACA2-6E00-04F0-970490E4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B4C6F1-D851-C178-6A7E-8278357B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556720-6DC5-7AC9-6511-9B3D5DAB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909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ADFAC9-5DA8-886D-7E04-789C08378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FD6E49-212D-E60B-DE56-4883F6653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E53F92-11E5-84CF-C5B0-958F753A0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1CFD2C-A488-6371-19F1-4B2D4F31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756A99-66CA-2A83-48FC-E77C2EAD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4355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для формул/иллюстраций">
  <p:cSld name="Слайд для формул/иллюстраций">
    <p:bg>
      <p:bgPr>
        <a:noFill/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Old Standard 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sz="180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Old Standard T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979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B181C-A176-141D-35B0-92F840C87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D3D6F1-F5DE-7002-D9A0-717B1D14A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4DDC68-A491-BCB5-526E-E6A4E687D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753543-1233-7383-2ADC-97C8E84C6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617EA9-AFCE-FAD1-9EB5-AF03DA74B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004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a-history-of-machine-translation-from-the-cold-war-to-deep-learning-f1d335ce8b5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rxiv.org/pdf/1409.0473v7.pdf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9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21" Type="http://schemas.openxmlformats.org/officeDocument/2006/relationships/image" Target="../media/image35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19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21" Type="http://schemas.openxmlformats.org/officeDocument/2006/relationships/image" Target="../media/image35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9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9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9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9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5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5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5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5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5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85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5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2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4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8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OljkWQ2Uc0&amp;t=878s" TargetMode="External"/><Relationship Id="rId7" Type="http://schemas.openxmlformats.org/officeDocument/2006/relationships/hyperlink" Target="https://www.youtube.com/watch?v=tsee8mosj5U&amp;t=826s" TargetMode="Externa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youtube.com/watch?v=TBEwpgyoo20&amp;t=1802s" TargetMode="External"/><Relationship Id="rId5" Type="http://schemas.openxmlformats.org/officeDocument/2006/relationships/hyperlink" Target="https://www.youtube.com/watch?v=Fki-Xe3CGg8&amp;t=940s" TargetMode="External"/><Relationship Id="rId4" Type="http://schemas.openxmlformats.org/officeDocument/2006/relationships/hyperlink" Target="https://www.youtube.com/watch?v=QjpEWRq-Ca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ctrTitle"/>
          </p:nvPr>
        </p:nvSpPr>
        <p:spPr>
          <a:xfrm>
            <a:off x="311700" y="131177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" sz="3600" dirty="0">
                <a:latin typeface="Arial" panose="020B0604020202020204" pitchFamily="34" charset="0"/>
                <a:cs typeface="Arial" panose="020B0604020202020204" pitchFamily="34" charset="0"/>
              </a:rPr>
              <a:t>рхитектура Seq2Seq,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lang="en" sz="3600" dirty="0">
                <a:latin typeface="Arial" panose="020B0604020202020204" pitchFamily="34" charset="0"/>
                <a:cs typeface="Arial" panose="020B0604020202020204" pitchFamily="34" charset="0"/>
              </a:rPr>
              <a:t>еханизм Attention,</a:t>
            </a:r>
            <a:br>
              <a:rPr lang="en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План </a:t>
            </a:r>
            <a:r>
              <a:rPr lang="ru-RU" dirty="0"/>
              <a:t>раздела</a:t>
            </a:r>
            <a:endParaRPr dirty="0"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774205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2750" indent="-285750">
              <a:lnSpc>
                <a:spcPct val="2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Задача машинного перевода</a:t>
            </a:r>
          </a:p>
          <a:p>
            <a:pPr marL="412750" indent="-285750">
              <a:lnSpc>
                <a:spcPct val="2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Архитектура Seq2Seq для решения задачи перевода и ее обучение</a:t>
            </a:r>
          </a:p>
          <a:p>
            <a:pPr marL="412750" indent="-285750">
              <a:lnSpc>
                <a:spcPct val="2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Недостатки RNN-модели для решения задачи перевода</a:t>
            </a:r>
            <a:endParaRPr lang="en-US" sz="1600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2BE9C-7EA7-EC20-38DE-4E493BD450B6}"/>
              </a:ext>
            </a:extLst>
          </p:cNvPr>
          <p:cNvSpPr txBox="1"/>
          <p:nvPr/>
        </p:nvSpPr>
        <p:spPr>
          <a:xfrm>
            <a:off x="8767187" y="4813300"/>
            <a:ext cx="2922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Задача машинного перевода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728987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</a:rPr>
              <a:t>Эволюция подходов к решению задача машинного перевода: </a:t>
            </a:r>
            <a:endParaRPr sz="1600" dirty="0">
              <a:solidFill>
                <a:schemeClr val="tx1"/>
              </a:solidFill>
            </a:endParaRPr>
          </a:p>
          <a:p>
            <a:pPr marL="412750" indent="-285750">
              <a:lnSpc>
                <a:spcPct val="150000"/>
              </a:lnSpc>
              <a:buClr>
                <a:srgbClr val="434343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</a:rPr>
              <a:t>Правиловый MT (1950-е)</a:t>
            </a:r>
            <a:endParaRPr sz="1600" dirty="0">
              <a:solidFill>
                <a:schemeClr val="tx1"/>
              </a:solidFill>
            </a:endParaRPr>
          </a:p>
          <a:p>
            <a:pPr marL="412750" indent="-285750">
              <a:lnSpc>
                <a:spcPct val="150000"/>
              </a:lnSpc>
              <a:buClr>
                <a:srgbClr val="434343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</a:rPr>
              <a:t>Phrase-based/статистический MT (1990-е)</a:t>
            </a:r>
            <a:endParaRPr sz="1600" dirty="0">
              <a:solidFill>
                <a:schemeClr val="tx1"/>
              </a:solidFill>
            </a:endParaRPr>
          </a:p>
          <a:p>
            <a:pPr marL="412750" indent="-285750">
              <a:lnSpc>
                <a:spcPct val="150000"/>
              </a:lnSpc>
              <a:buClr>
                <a:srgbClr val="434343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</a:rPr>
              <a:t>MT на основе нейросетей (2010-е)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</a:rPr>
              <a:t>Хорошая и интересная статья об истории машинного перевода: </a:t>
            </a:r>
            <a:r>
              <a:rPr lang="en" sz="16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166A1-2249-1D1B-BA45-496B5B96F6B6}"/>
              </a:ext>
            </a:extLst>
          </p:cNvPr>
          <p:cNvSpPr txBox="1"/>
          <p:nvPr/>
        </p:nvSpPr>
        <p:spPr>
          <a:xfrm>
            <a:off x="8767187" y="4813300"/>
            <a:ext cx="2922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RNN для машинного перевода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3790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Идея модели: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Нейросеть будет состоять из двух частей: Encoder и Decoder.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12750" indent="-285750">
              <a:lnSpc>
                <a:spcPct val="1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b="1" i="1" dirty="0">
                <a:solidFill>
                  <a:schemeClr val="dk1"/>
                </a:solidFill>
              </a:rPr>
              <a:t>Encoder</a:t>
            </a:r>
            <a:r>
              <a:rPr lang="en" sz="1600" dirty="0">
                <a:solidFill>
                  <a:schemeClr val="dk1"/>
                </a:solidFill>
              </a:rPr>
              <a:t> будет принимать на вход предложение на source языке и агрегировать информацию из него;</a:t>
            </a:r>
            <a:endParaRPr sz="1600" dirty="0">
              <a:solidFill>
                <a:schemeClr val="dk1"/>
              </a:solidFill>
            </a:endParaRPr>
          </a:p>
          <a:p>
            <a:pPr marL="412750" indent="-285750">
              <a:lnSpc>
                <a:spcPct val="1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b="1" i="1" dirty="0">
                <a:solidFill>
                  <a:schemeClr val="dk1"/>
                </a:solidFill>
              </a:rPr>
              <a:t>Decoder</a:t>
            </a:r>
            <a:r>
              <a:rPr lang="en" sz="1600" dirty="0">
                <a:solidFill>
                  <a:schemeClr val="dk1"/>
                </a:solidFill>
              </a:rPr>
              <a:t> будет генерировать предложение-перевод токен за токеном на основе информации, которую передаст ему encoder.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434343"/>
              </a:solidFill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547" y="1651625"/>
            <a:ext cx="2560926" cy="2865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4782109" y="3696650"/>
            <a:ext cx="785100" cy="767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5"/>
          <p:cNvSpPr/>
          <p:nvPr/>
        </p:nvSpPr>
        <p:spPr>
          <a:xfrm>
            <a:off x="6310809" y="1722825"/>
            <a:ext cx="785100" cy="767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1" name="Google Shape;181;p25"/>
          <p:cNvCxnSpPr/>
          <p:nvPr/>
        </p:nvCxnSpPr>
        <p:spPr>
          <a:xfrm rot="10800000" flipH="1">
            <a:off x="4993834" y="3740825"/>
            <a:ext cx="4500" cy="41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25"/>
          <p:cNvCxnSpPr/>
          <p:nvPr/>
        </p:nvCxnSpPr>
        <p:spPr>
          <a:xfrm rot="10800000" flipH="1">
            <a:off x="5366809" y="3740825"/>
            <a:ext cx="4500" cy="41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25"/>
          <p:cNvCxnSpPr/>
          <p:nvPr/>
        </p:nvCxnSpPr>
        <p:spPr>
          <a:xfrm rot="10800000" flipH="1">
            <a:off x="6516134" y="2075625"/>
            <a:ext cx="4500" cy="41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25"/>
          <p:cNvCxnSpPr/>
          <p:nvPr/>
        </p:nvCxnSpPr>
        <p:spPr>
          <a:xfrm rot="10800000" flipH="1">
            <a:off x="6889109" y="2075625"/>
            <a:ext cx="4500" cy="41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5" name="Google Shape;185;p25"/>
          <p:cNvSpPr txBox="1"/>
          <p:nvPr/>
        </p:nvSpPr>
        <p:spPr>
          <a:xfrm>
            <a:off x="4588009" y="4155425"/>
            <a:ext cx="12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доброе утро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6178359" y="1651625"/>
            <a:ext cx="12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good night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8CAA80-ED9E-3E19-E9DD-0868049FBDA1}"/>
              </a:ext>
            </a:extLst>
          </p:cNvPr>
          <p:cNvSpPr txBox="1"/>
          <p:nvPr/>
        </p:nvSpPr>
        <p:spPr>
          <a:xfrm>
            <a:off x="8767187" y="4813300"/>
            <a:ext cx="2922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RNN для машинного перевода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1460343" y="4650846"/>
            <a:ext cx="64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6"/>
          <p:cNvCxnSpPr>
            <a:stCxn id="192" idx="0"/>
            <a:endCxn id="194" idx="2"/>
          </p:cNvCxnSpPr>
          <p:nvPr/>
        </p:nvCxnSpPr>
        <p:spPr>
          <a:xfrm rot="10800000">
            <a:off x="1783593" y="4403646"/>
            <a:ext cx="12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5" name="Google Shape;195;p26"/>
          <p:cNvCxnSpPr>
            <a:endCxn id="196" idx="2"/>
          </p:cNvCxnSpPr>
          <p:nvPr/>
        </p:nvCxnSpPr>
        <p:spPr>
          <a:xfrm rot="10800000">
            <a:off x="2242531" y="4403565"/>
            <a:ext cx="1800" cy="25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7" name="Google Shape;197;p26"/>
          <p:cNvCxnSpPr/>
          <p:nvPr/>
        </p:nvCxnSpPr>
        <p:spPr>
          <a:xfrm rot="10800000">
            <a:off x="2697718" y="4403584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8" name="Google Shape;198;p26"/>
          <p:cNvCxnSpPr/>
          <p:nvPr/>
        </p:nvCxnSpPr>
        <p:spPr>
          <a:xfrm rot="10800000">
            <a:off x="3167957" y="4403646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" name="Google Shape;199;p26"/>
          <p:cNvCxnSpPr>
            <a:stCxn id="194" idx="0"/>
            <a:endCxn id="200" idx="2"/>
          </p:cNvCxnSpPr>
          <p:nvPr/>
        </p:nvCxnSpPr>
        <p:spPr>
          <a:xfrm rot="10800000">
            <a:off x="178347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4" name="Google Shape;194;p26"/>
          <p:cNvSpPr/>
          <p:nvPr/>
        </p:nvSpPr>
        <p:spPr>
          <a:xfrm>
            <a:off x="168132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168132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26"/>
          <p:cNvCxnSpPr>
            <a:stCxn id="196" idx="0"/>
            <a:endCxn id="202" idx="2"/>
          </p:cNvCxnSpPr>
          <p:nvPr/>
        </p:nvCxnSpPr>
        <p:spPr>
          <a:xfrm rot="10800000">
            <a:off x="224253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6" name="Google Shape;196;p26"/>
          <p:cNvSpPr/>
          <p:nvPr/>
        </p:nvSpPr>
        <p:spPr>
          <a:xfrm>
            <a:off x="214038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214038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26"/>
          <p:cNvCxnSpPr>
            <a:stCxn id="204" idx="0"/>
            <a:endCxn id="205" idx="2"/>
          </p:cNvCxnSpPr>
          <p:nvPr/>
        </p:nvCxnSpPr>
        <p:spPr>
          <a:xfrm rot="10800000">
            <a:off x="2702770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4" name="Google Shape;204;p26"/>
          <p:cNvSpPr/>
          <p:nvPr/>
        </p:nvSpPr>
        <p:spPr>
          <a:xfrm>
            <a:off x="2600620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2600620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26"/>
          <p:cNvCxnSpPr>
            <a:stCxn id="207" idx="0"/>
            <a:endCxn id="208" idx="2"/>
          </p:cNvCxnSpPr>
          <p:nvPr/>
        </p:nvCxnSpPr>
        <p:spPr>
          <a:xfrm rot="10800000">
            <a:off x="3166144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7" name="Google Shape;207;p26"/>
          <p:cNvSpPr/>
          <p:nvPr/>
        </p:nvSpPr>
        <p:spPr>
          <a:xfrm>
            <a:off x="3063994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3063994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26"/>
          <p:cNvCxnSpPr/>
          <p:nvPr/>
        </p:nvCxnSpPr>
        <p:spPr>
          <a:xfrm>
            <a:off x="189391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" name="Google Shape;210;p26"/>
          <p:cNvCxnSpPr/>
          <p:nvPr/>
        </p:nvCxnSpPr>
        <p:spPr>
          <a:xfrm>
            <a:off x="235415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1" name="Google Shape;211;p26"/>
          <p:cNvCxnSpPr/>
          <p:nvPr/>
        </p:nvCxnSpPr>
        <p:spPr>
          <a:xfrm>
            <a:off x="281321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212;p26"/>
          <p:cNvSpPr txBox="1"/>
          <p:nvPr/>
        </p:nvSpPr>
        <p:spPr>
          <a:xfrm>
            <a:off x="1689576" y="3976334"/>
            <a:ext cx="198300" cy="1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2151138" y="3976334"/>
            <a:ext cx="201900" cy="17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4" name="Google Shape;214;p26"/>
          <p:cNvSpPr txBox="1"/>
          <p:nvPr/>
        </p:nvSpPr>
        <p:spPr>
          <a:xfrm>
            <a:off x="2607697" y="3976334"/>
            <a:ext cx="201900" cy="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5" name="Google Shape;215;p26"/>
          <p:cNvSpPr txBox="1"/>
          <p:nvPr/>
        </p:nvSpPr>
        <p:spPr>
          <a:xfrm>
            <a:off x="3067936" y="3976334"/>
            <a:ext cx="201900" cy="174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1689576" y="3167321"/>
            <a:ext cx="2037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7" name="Google Shape;217;p26"/>
          <p:cNvSpPr txBox="1"/>
          <p:nvPr/>
        </p:nvSpPr>
        <p:spPr>
          <a:xfrm>
            <a:off x="2151138" y="3167321"/>
            <a:ext cx="2073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2607697" y="3167321"/>
            <a:ext cx="207300" cy="174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3067936" y="3167321"/>
            <a:ext cx="2073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1217948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6"/>
          <p:cNvCxnSpPr/>
          <p:nvPr/>
        </p:nvCxnSpPr>
        <p:spPr>
          <a:xfrm>
            <a:off x="143485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2" name="Google Shape;222;p26"/>
          <p:cNvSpPr txBox="1"/>
          <p:nvPr/>
        </p:nvSpPr>
        <p:spPr>
          <a:xfrm>
            <a:off x="1217379" y="3162847"/>
            <a:ext cx="207300" cy="17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23" name="Google Shape;223;p26"/>
          <p:cNvCxnSpPr/>
          <p:nvPr/>
        </p:nvCxnSpPr>
        <p:spPr>
          <a:xfrm rot="10800000">
            <a:off x="1781946" y="2716688"/>
            <a:ext cx="15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4" name="Google Shape;224;p26"/>
          <p:cNvCxnSpPr/>
          <p:nvPr/>
        </p:nvCxnSpPr>
        <p:spPr>
          <a:xfrm rot="10800000">
            <a:off x="2242552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5" name="Google Shape;225;p26"/>
          <p:cNvCxnSpPr/>
          <p:nvPr/>
        </p:nvCxnSpPr>
        <p:spPr>
          <a:xfrm rot="10800000">
            <a:off x="2704608" y="2716623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6" name="Google Shape;226;p26"/>
          <p:cNvCxnSpPr/>
          <p:nvPr/>
        </p:nvCxnSpPr>
        <p:spPr>
          <a:xfrm rot="10800000">
            <a:off x="3166663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7" name="Google Shape;227;p26"/>
          <p:cNvCxnSpPr/>
          <p:nvPr/>
        </p:nvCxnSpPr>
        <p:spPr>
          <a:xfrm rot="10800000">
            <a:off x="3638197" y="4508950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8" name="Google Shape;228;p26"/>
          <p:cNvCxnSpPr>
            <a:stCxn id="229" idx="0"/>
            <a:endCxn id="230" idx="2"/>
          </p:cNvCxnSpPr>
          <p:nvPr/>
        </p:nvCxnSpPr>
        <p:spPr>
          <a:xfrm rot="10800000">
            <a:off x="3636320" y="367127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9" name="Google Shape;229;p26"/>
          <p:cNvSpPr/>
          <p:nvPr/>
        </p:nvSpPr>
        <p:spPr>
          <a:xfrm>
            <a:off x="3534170" y="3907970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3534170" y="3070327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26"/>
          <p:cNvCxnSpPr/>
          <p:nvPr/>
        </p:nvCxnSpPr>
        <p:spPr>
          <a:xfrm>
            <a:off x="3283393" y="3379506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2" name="Google Shape;232;p26"/>
          <p:cNvSpPr txBox="1"/>
          <p:nvPr/>
        </p:nvSpPr>
        <p:spPr>
          <a:xfrm>
            <a:off x="3538112" y="4081639"/>
            <a:ext cx="201900" cy="174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3538112" y="3272625"/>
            <a:ext cx="207300" cy="174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34" name="Google Shape;234;p26"/>
          <p:cNvCxnSpPr/>
          <p:nvPr/>
        </p:nvCxnSpPr>
        <p:spPr>
          <a:xfrm rot="10800000">
            <a:off x="3636838" y="2821993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5" name="Google Shape;235;p26"/>
          <p:cNvCxnSpPr/>
          <p:nvPr/>
        </p:nvCxnSpPr>
        <p:spPr>
          <a:xfrm rot="10800000">
            <a:off x="4502108" y="443133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6" name="Google Shape;236;p26"/>
          <p:cNvCxnSpPr>
            <a:stCxn id="237" idx="0"/>
            <a:endCxn id="238" idx="2"/>
          </p:cNvCxnSpPr>
          <p:nvPr/>
        </p:nvCxnSpPr>
        <p:spPr>
          <a:xfrm rot="10800000">
            <a:off x="4500093" y="34826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7" name="Google Shape;237;p26"/>
          <p:cNvSpPr/>
          <p:nvPr/>
        </p:nvSpPr>
        <p:spPr>
          <a:xfrm>
            <a:off x="4388043" y="37508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4388043" y="28023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26"/>
          <p:cNvCxnSpPr/>
          <p:nvPr/>
        </p:nvCxnSpPr>
        <p:spPr>
          <a:xfrm>
            <a:off x="3751081" y="337837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0" name="Google Shape;240;p26"/>
          <p:cNvSpPr txBox="1"/>
          <p:nvPr/>
        </p:nvSpPr>
        <p:spPr>
          <a:xfrm>
            <a:off x="4392365" y="394749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4392365" y="303145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42" name="Google Shape;242;p26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3" name="Google Shape;243;p26"/>
          <p:cNvSpPr/>
          <p:nvPr/>
        </p:nvSpPr>
        <p:spPr>
          <a:xfrm>
            <a:off x="3283400" y="2226850"/>
            <a:ext cx="1739100" cy="25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1217942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1684540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2146121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260505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307158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1689578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2148641" y="3835187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2606324" y="3835132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3072226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1850818" y="4650902"/>
            <a:ext cx="326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доброе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утро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0" y="3874192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10602" y="3125066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0" y="4628222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315774" y="1049550"/>
            <a:ext cx="6044831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Энкодер состоит из слоя embedding и RNN слоев.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Он “читает” входную последовательность токен за токеном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и обновляет скрытые состояния своих RNN-слоев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5DFC2-EA05-36FF-1467-37646DC0880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RNN для машинного перевода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1460343" y="4650846"/>
            <a:ext cx="64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27"/>
          <p:cNvCxnSpPr>
            <a:stCxn id="263" idx="0"/>
            <a:endCxn id="265" idx="2"/>
          </p:cNvCxnSpPr>
          <p:nvPr/>
        </p:nvCxnSpPr>
        <p:spPr>
          <a:xfrm rot="10800000">
            <a:off x="1783593" y="4403646"/>
            <a:ext cx="12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6" name="Google Shape;266;p27"/>
          <p:cNvCxnSpPr>
            <a:endCxn id="267" idx="2"/>
          </p:cNvCxnSpPr>
          <p:nvPr/>
        </p:nvCxnSpPr>
        <p:spPr>
          <a:xfrm rot="10800000">
            <a:off x="2242531" y="4403565"/>
            <a:ext cx="1800" cy="25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8" name="Google Shape;268;p27"/>
          <p:cNvCxnSpPr/>
          <p:nvPr/>
        </p:nvCxnSpPr>
        <p:spPr>
          <a:xfrm rot="10800000">
            <a:off x="2697718" y="4403584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9" name="Google Shape;269;p27"/>
          <p:cNvCxnSpPr/>
          <p:nvPr/>
        </p:nvCxnSpPr>
        <p:spPr>
          <a:xfrm rot="10800000">
            <a:off x="3167957" y="4403646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0" name="Google Shape;270;p27"/>
          <p:cNvCxnSpPr>
            <a:stCxn id="265" idx="0"/>
            <a:endCxn id="271" idx="2"/>
          </p:cNvCxnSpPr>
          <p:nvPr/>
        </p:nvCxnSpPr>
        <p:spPr>
          <a:xfrm rot="10800000">
            <a:off x="178347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5" name="Google Shape;265;p27"/>
          <p:cNvSpPr/>
          <p:nvPr/>
        </p:nvSpPr>
        <p:spPr>
          <a:xfrm>
            <a:off x="168132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168132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27"/>
          <p:cNvCxnSpPr>
            <a:stCxn id="267" idx="0"/>
            <a:endCxn id="273" idx="2"/>
          </p:cNvCxnSpPr>
          <p:nvPr/>
        </p:nvCxnSpPr>
        <p:spPr>
          <a:xfrm rot="10800000">
            <a:off x="224253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7" name="Google Shape;267;p27"/>
          <p:cNvSpPr/>
          <p:nvPr/>
        </p:nvSpPr>
        <p:spPr>
          <a:xfrm>
            <a:off x="214038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214038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27"/>
          <p:cNvCxnSpPr>
            <a:stCxn id="275" idx="0"/>
            <a:endCxn id="276" idx="2"/>
          </p:cNvCxnSpPr>
          <p:nvPr/>
        </p:nvCxnSpPr>
        <p:spPr>
          <a:xfrm rot="10800000">
            <a:off x="2702770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5" name="Google Shape;275;p27"/>
          <p:cNvSpPr/>
          <p:nvPr/>
        </p:nvSpPr>
        <p:spPr>
          <a:xfrm>
            <a:off x="2600620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2600620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27"/>
          <p:cNvCxnSpPr>
            <a:stCxn id="278" idx="0"/>
            <a:endCxn id="279" idx="2"/>
          </p:cNvCxnSpPr>
          <p:nvPr/>
        </p:nvCxnSpPr>
        <p:spPr>
          <a:xfrm rot="10800000">
            <a:off x="3166144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8" name="Google Shape;278;p27"/>
          <p:cNvSpPr/>
          <p:nvPr/>
        </p:nvSpPr>
        <p:spPr>
          <a:xfrm>
            <a:off x="3063994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3063994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27"/>
          <p:cNvCxnSpPr/>
          <p:nvPr/>
        </p:nvCxnSpPr>
        <p:spPr>
          <a:xfrm>
            <a:off x="189391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1" name="Google Shape;281;p27"/>
          <p:cNvCxnSpPr/>
          <p:nvPr/>
        </p:nvCxnSpPr>
        <p:spPr>
          <a:xfrm>
            <a:off x="235415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2" name="Google Shape;282;p27"/>
          <p:cNvCxnSpPr/>
          <p:nvPr/>
        </p:nvCxnSpPr>
        <p:spPr>
          <a:xfrm>
            <a:off x="281321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3" name="Google Shape;283;p27"/>
          <p:cNvSpPr txBox="1"/>
          <p:nvPr/>
        </p:nvSpPr>
        <p:spPr>
          <a:xfrm>
            <a:off x="1689576" y="3976334"/>
            <a:ext cx="198300" cy="1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2151138" y="3976334"/>
            <a:ext cx="201900" cy="17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2607697" y="3976334"/>
            <a:ext cx="201900" cy="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3067936" y="3976334"/>
            <a:ext cx="201900" cy="174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1689576" y="3167321"/>
            <a:ext cx="2037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2151138" y="3167321"/>
            <a:ext cx="2073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2607697" y="3167321"/>
            <a:ext cx="207300" cy="174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3067936" y="3167321"/>
            <a:ext cx="2073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1217948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27"/>
          <p:cNvCxnSpPr/>
          <p:nvPr/>
        </p:nvCxnSpPr>
        <p:spPr>
          <a:xfrm>
            <a:off x="143485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3" name="Google Shape;293;p27"/>
          <p:cNvSpPr txBox="1"/>
          <p:nvPr/>
        </p:nvSpPr>
        <p:spPr>
          <a:xfrm>
            <a:off x="1217379" y="3162847"/>
            <a:ext cx="207300" cy="17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94" name="Google Shape;294;p27"/>
          <p:cNvCxnSpPr/>
          <p:nvPr/>
        </p:nvCxnSpPr>
        <p:spPr>
          <a:xfrm rot="10800000">
            <a:off x="1781946" y="2716688"/>
            <a:ext cx="15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5" name="Google Shape;295;p27"/>
          <p:cNvCxnSpPr/>
          <p:nvPr/>
        </p:nvCxnSpPr>
        <p:spPr>
          <a:xfrm rot="10800000">
            <a:off x="2242552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6" name="Google Shape;296;p27"/>
          <p:cNvCxnSpPr/>
          <p:nvPr/>
        </p:nvCxnSpPr>
        <p:spPr>
          <a:xfrm rot="10800000">
            <a:off x="2704608" y="2716623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7" name="Google Shape;297;p27"/>
          <p:cNvCxnSpPr/>
          <p:nvPr/>
        </p:nvCxnSpPr>
        <p:spPr>
          <a:xfrm rot="10800000">
            <a:off x="3166663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8" name="Google Shape;298;p27"/>
          <p:cNvCxnSpPr/>
          <p:nvPr/>
        </p:nvCxnSpPr>
        <p:spPr>
          <a:xfrm rot="10800000">
            <a:off x="3638197" y="4508950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9" name="Google Shape;299;p27"/>
          <p:cNvCxnSpPr>
            <a:stCxn id="300" idx="0"/>
            <a:endCxn id="301" idx="2"/>
          </p:cNvCxnSpPr>
          <p:nvPr/>
        </p:nvCxnSpPr>
        <p:spPr>
          <a:xfrm rot="10800000">
            <a:off x="3636320" y="367127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p27"/>
          <p:cNvSpPr/>
          <p:nvPr/>
        </p:nvSpPr>
        <p:spPr>
          <a:xfrm>
            <a:off x="3534170" y="3907970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3534170" y="3070327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27"/>
          <p:cNvCxnSpPr/>
          <p:nvPr/>
        </p:nvCxnSpPr>
        <p:spPr>
          <a:xfrm>
            <a:off x="3283393" y="3379506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3" name="Google Shape;303;p27"/>
          <p:cNvSpPr txBox="1"/>
          <p:nvPr/>
        </p:nvSpPr>
        <p:spPr>
          <a:xfrm>
            <a:off x="3538112" y="4081639"/>
            <a:ext cx="201900" cy="174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3538112" y="3272625"/>
            <a:ext cx="207300" cy="174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05" name="Google Shape;305;p27"/>
          <p:cNvCxnSpPr/>
          <p:nvPr/>
        </p:nvCxnSpPr>
        <p:spPr>
          <a:xfrm rot="10800000">
            <a:off x="3636838" y="2821993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6" name="Google Shape;306;p27"/>
          <p:cNvCxnSpPr/>
          <p:nvPr/>
        </p:nvCxnSpPr>
        <p:spPr>
          <a:xfrm rot="10800000">
            <a:off x="4502108" y="443133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7" name="Google Shape;307;p27"/>
          <p:cNvCxnSpPr>
            <a:stCxn id="308" idx="0"/>
            <a:endCxn id="309" idx="2"/>
          </p:cNvCxnSpPr>
          <p:nvPr/>
        </p:nvCxnSpPr>
        <p:spPr>
          <a:xfrm rot="10800000">
            <a:off x="4500093" y="34826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8" name="Google Shape;308;p27"/>
          <p:cNvSpPr/>
          <p:nvPr/>
        </p:nvSpPr>
        <p:spPr>
          <a:xfrm>
            <a:off x="4388043" y="37508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4388043" y="28023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27"/>
          <p:cNvCxnSpPr/>
          <p:nvPr/>
        </p:nvCxnSpPr>
        <p:spPr>
          <a:xfrm>
            <a:off x="3751081" y="337837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1" name="Google Shape;311;p27"/>
          <p:cNvSpPr txBox="1"/>
          <p:nvPr/>
        </p:nvSpPr>
        <p:spPr>
          <a:xfrm>
            <a:off x="4392365" y="394749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4392365" y="303145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13" name="Google Shape;313;p27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4" name="Google Shape;314;p27"/>
          <p:cNvSpPr/>
          <p:nvPr/>
        </p:nvSpPr>
        <p:spPr>
          <a:xfrm>
            <a:off x="3283400" y="2226850"/>
            <a:ext cx="1739100" cy="25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217942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1684540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2146121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260505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307158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1689578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2148641" y="3835187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2606324" y="3835132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3072226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1850818" y="4650902"/>
            <a:ext cx="326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доброе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утро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315775" y="1049550"/>
            <a:ext cx="66411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4220563" y="1085631"/>
            <a:ext cx="27792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Скрытое состояние RNN в конце обработки предложения будет содержать агрегированную информацию о предложении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cxnSp>
        <p:nvCxnSpPr>
          <p:cNvPr id="330" name="Google Shape;330;p27"/>
          <p:cNvCxnSpPr>
            <a:cxnSpLocks/>
            <a:endCxn id="319" idx="3"/>
          </p:cNvCxnSpPr>
          <p:nvPr/>
        </p:nvCxnSpPr>
        <p:spPr>
          <a:xfrm flipH="1">
            <a:off x="3326288" y="2226850"/>
            <a:ext cx="894275" cy="9411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254;p26">
            <a:extLst>
              <a:ext uri="{FF2B5EF4-FFF2-40B4-BE49-F238E27FC236}">
                <a16:creationId xmlns:a16="http://schemas.microsoft.com/office/drawing/2014/main" id="{3BDE1A24-E896-72FD-ED73-2F35141D90DE}"/>
              </a:ext>
            </a:extLst>
          </p:cNvPr>
          <p:cNvSpPr txBox="1"/>
          <p:nvPr/>
        </p:nvSpPr>
        <p:spPr>
          <a:xfrm>
            <a:off x="0" y="3874192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5;p26">
            <a:extLst>
              <a:ext uri="{FF2B5EF4-FFF2-40B4-BE49-F238E27FC236}">
                <a16:creationId xmlns:a16="http://schemas.microsoft.com/office/drawing/2014/main" id="{093EF748-04B2-ECCE-57BB-FAAD39DDC44F}"/>
              </a:ext>
            </a:extLst>
          </p:cNvPr>
          <p:cNvSpPr txBox="1"/>
          <p:nvPr/>
        </p:nvSpPr>
        <p:spPr>
          <a:xfrm>
            <a:off x="10602" y="3125066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256;p26">
            <a:extLst>
              <a:ext uri="{FF2B5EF4-FFF2-40B4-BE49-F238E27FC236}">
                <a16:creationId xmlns:a16="http://schemas.microsoft.com/office/drawing/2014/main" id="{B735E578-915E-EDC9-35E7-003D76B426FB}"/>
              </a:ext>
            </a:extLst>
          </p:cNvPr>
          <p:cNvSpPr txBox="1"/>
          <p:nvPr/>
        </p:nvSpPr>
        <p:spPr>
          <a:xfrm>
            <a:off x="0" y="4628222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044FF-2A7B-FB4C-A5BD-80828AD77A2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/>
        </p:nvSpPr>
        <p:spPr>
          <a:xfrm>
            <a:off x="1460343" y="4650846"/>
            <a:ext cx="64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28"/>
          <p:cNvCxnSpPr>
            <a:stCxn id="335" idx="0"/>
            <a:endCxn id="337" idx="2"/>
          </p:cNvCxnSpPr>
          <p:nvPr/>
        </p:nvCxnSpPr>
        <p:spPr>
          <a:xfrm rot="10800000">
            <a:off x="1783593" y="4403646"/>
            <a:ext cx="12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8" name="Google Shape;338;p28"/>
          <p:cNvCxnSpPr>
            <a:endCxn id="339" idx="2"/>
          </p:cNvCxnSpPr>
          <p:nvPr/>
        </p:nvCxnSpPr>
        <p:spPr>
          <a:xfrm rot="10800000">
            <a:off x="2242531" y="4403565"/>
            <a:ext cx="1800" cy="25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0" name="Google Shape;340;p28"/>
          <p:cNvCxnSpPr/>
          <p:nvPr/>
        </p:nvCxnSpPr>
        <p:spPr>
          <a:xfrm rot="10800000">
            <a:off x="2697718" y="4403584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1" name="Google Shape;341;p28"/>
          <p:cNvCxnSpPr/>
          <p:nvPr/>
        </p:nvCxnSpPr>
        <p:spPr>
          <a:xfrm rot="10800000">
            <a:off x="3167957" y="4403646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2" name="Google Shape;342;p28"/>
          <p:cNvCxnSpPr>
            <a:stCxn id="337" idx="0"/>
            <a:endCxn id="343" idx="2"/>
          </p:cNvCxnSpPr>
          <p:nvPr/>
        </p:nvCxnSpPr>
        <p:spPr>
          <a:xfrm rot="10800000">
            <a:off x="178347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7" name="Google Shape;337;p28"/>
          <p:cNvSpPr/>
          <p:nvPr/>
        </p:nvSpPr>
        <p:spPr>
          <a:xfrm>
            <a:off x="168132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168132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28"/>
          <p:cNvCxnSpPr>
            <a:stCxn id="339" idx="0"/>
            <a:endCxn id="345" idx="2"/>
          </p:cNvCxnSpPr>
          <p:nvPr/>
        </p:nvCxnSpPr>
        <p:spPr>
          <a:xfrm rot="10800000">
            <a:off x="224253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9" name="Google Shape;339;p28"/>
          <p:cNvSpPr/>
          <p:nvPr/>
        </p:nvSpPr>
        <p:spPr>
          <a:xfrm>
            <a:off x="214038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214038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28"/>
          <p:cNvCxnSpPr>
            <a:stCxn id="347" idx="0"/>
            <a:endCxn id="348" idx="2"/>
          </p:cNvCxnSpPr>
          <p:nvPr/>
        </p:nvCxnSpPr>
        <p:spPr>
          <a:xfrm rot="10800000">
            <a:off x="2702770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7" name="Google Shape;347;p28"/>
          <p:cNvSpPr/>
          <p:nvPr/>
        </p:nvSpPr>
        <p:spPr>
          <a:xfrm>
            <a:off x="2600620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2600620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28"/>
          <p:cNvCxnSpPr>
            <a:stCxn id="350" idx="0"/>
            <a:endCxn id="351" idx="2"/>
          </p:cNvCxnSpPr>
          <p:nvPr/>
        </p:nvCxnSpPr>
        <p:spPr>
          <a:xfrm rot="10800000">
            <a:off x="3166144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0" name="Google Shape;350;p28"/>
          <p:cNvSpPr/>
          <p:nvPr/>
        </p:nvSpPr>
        <p:spPr>
          <a:xfrm>
            <a:off x="3063994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3063994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28"/>
          <p:cNvCxnSpPr/>
          <p:nvPr/>
        </p:nvCxnSpPr>
        <p:spPr>
          <a:xfrm>
            <a:off x="189391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3" name="Google Shape;353;p28"/>
          <p:cNvCxnSpPr/>
          <p:nvPr/>
        </p:nvCxnSpPr>
        <p:spPr>
          <a:xfrm>
            <a:off x="235415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4" name="Google Shape;354;p28"/>
          <p:cNvCxnSpPr/>
          <p:nvPr/>
        </p:nvCxnSpPr>
        <p:spPr>
          <a:xfrm>
            <a:off x="281321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5" name="Google Shape;355;p28"/>
          <p:cNvSpPr txBox="1"/>
          <p:nvPr/>
        </p:nvSpPr>
        <p:spPr>
          <a:xfrm>
            <a:off x="1689576" y="3976334"/>
            <a:ext cx="198300" cy="1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2151138" y="3976334"/>
            <a:ext cx="201900" cy="17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2607697" y="3976334"/>
            <a:ext cx="201900" cy="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3067936" y="3976334"/>
            <a:ext cx="201900" cy="174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1689576" y="3167321"/>
            <a:ext cx="2037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2151138" y="3167321"/>
            <a:ext cx="2073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2607697" y="3167321"/>
            <a:ext cx="207300" cy="174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3067936" y="3167321"/>
            <a:ext cx="2073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3" name="Google Shape;363;p28"/>
          <p:cNvSpPr/>
          <p:nvPr/>
        </p:nvSpPr>
        <p:spPr>
          <a:xfrm>
            <a:off x="1217948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28"/>
          <p:cNvCxnSpPr/>
          <p:nvPr/>
        </p:nvCxnSpPr>
        <p:spPr>
          <a:xfrm>
            <a:off x="143485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5" name="Google Shape;365;p28"/>
          <p:cNvSpPr txBox="1"/>
          <p:nvPr/>
        </p:nvSpPr>
        <p:spPr>
          <a:xfrm>
            <a:off x="1217379" y="3162847"/>
            <a:ext cx="207300" cy="17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66" name="Google Shape;366;p28"/>
          <p:cNvCxnSpPr/>
          <p:nvPr/>
        </p:nvCxnSpPr>
        <p:spPr>
          <a:xfrm rot="10800000">
            <a:off x="1781946" y="2716688"/>
            <a:ext cx="15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7" name="Google Shape;367;p28"/>
          <p:cNvCxnSpPr/>
          <p:nvPr/>
        </p:nvCxnSpPr>
        <p:spPr>
          <a:xfrm rot="10800000">
            <a:off x="2242552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8" name="Google Shape;368;p28"/>
          <p:cNvCxnSpPr/>
          <p:nvPr/>
        </p:nvCxnSpPr>
        <p:spPr>
          <a:xfrm rot="10800000">
            <a:off x="2704608" y="2716623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9" name="Google Shape;369;p28"/>
          <p:cNvCxnSpPr/>
          <p:nvPr/>
        </p:nvCxnSpPr>
        <p:spPr>
          <a:xfrm rot="10800000">
            <a:off x="3166663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0" name="Google Shape;370;p28"/>
          <p:cNvCxnSpPr/>
          <p:nvPr/>
        </p:nvCxnSpPr>
        <p:spPr>
          <a:xfrm rot="10800000">
            <a:off x="3638197" y="4508950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1" name="Google Shape;371;p28"/>
          <p:cNvCxnSpPr>
            <a:stCxn id="372" idx="0"/>
            <a:endCxn id="373" idx="2"/>
          </p:cNvCxnSpPr>
          <p:nvPr/>
        </p:nvCxnSpPr>
        <p:spPr>
          <a:xfrm rot="10800000">
            <a:off x="3636320" y="367127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2" name="Google Shape;372;p28"/>
          <p:cNvSpPr/>
          <p:nvPr/>
        </p:nvSpPr>
        <p:spPr>
          <a:xfrm>
            <a:off x="3534170" y="3907970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3534170" y="3070327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28"/>
          <p:cNvCxnSpPr/>
          <p:nvPr/>
        </p:nvCxnSpPr>
        <p:spPr>
          <a:xfrm>
            <a:off x="3283393" y="3379506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5" name="Google Shape;375;p28"/>
          <p:cNvSpPr txBox="1"/>
          <p:nvPr/>
        </p:nvSpPr>
        <p:spPr>
          <a:xfrm>
            <a:off x="3538112" y="4081639"/>
            <a:ext cx="201900" cy="174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3538112" y="3272625"/>
            <a:ext cx="207300" cy="174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77" name="Google Shape;377;p28"/>
          <p:cNvCxnSpPr/>
          <p:nvPr/>
        </p:nvCxnSpPr>
        <p:spPr>
          <a:xfrm rot="10800000">
            <a:off x="3636838" y="2821993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8" name="Google Shape;378;p28"/>
          <p:cNvCxnSpPr/>
          <p:nvPr/>
        </p:nvCxnSpPr>
        <p:spPr>
          <a:xfrm rot="10800000">
            <a:off x="4502108" y="443133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9" name="Google Shape;379;p28"/>
          <p:cNvCxnSpPr>
            <a:stCxn id="380" idx="0"/>
            <a:endCxn id="381" idx="2"/>
          </p:cNvCxnSpPr>
          <p:nvPr/>
        </p:nvCxnSpPr>
        <p:spPr>
          <a:xfrm rot="10800000">
            <a:off x="4500093" y="34826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0" name="Google Shape;380;p28"/>
          <p:cNvSpPr/>
          <p:nvPr/>
        </p:nvSpPr>
        <p:spPr>
          <a:xfrm>
            <a:off x="4388043" y="37508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4388043" y="28023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28"/>
          <p:cNvCxnSpPr/>
          <p:nvPr/>
        </p:nvCxnSpPr>
        <p:spPr>
          <a:xfrm>
            <a:off x="3751081" y="337837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3" name="Google Shape;383;p28"/>
          <p:cNvSpPr txBox="1"/>
          <p:nvPr/>
        </p:nvSpPr>
        <p:spPr>
          <a:xfrm>
            <a:off x="4392365" y="394749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4392365" y="303145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85" name="Google Shape;385;p28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6" name="Google Shape;386;p28"/>
          <p:cNvSpPr/>
          <p:nvPr/>
        </p:nvSpPr>
        <p:spPr>
          <a:xfrm>
            <a:off x="3283400" y="2226850"/>
            <a:ext cx="1739100" cy="25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1217942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8" name="Google Shape;388;p28"/>
          <p:cNvSpPr txBox="1"/>
          <p:nvPr/>
        </p:nvSpPr>
        <p:spPr>
          <a:xfrm>
            <a:off x="1684540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2146121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260505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307158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1689578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93" name="Google Shape;393;p28"/>
          <p:cNvSpPr txBox="1"/>
          <p:nvPr/>
        </p:nvSpPr>
        <p:spPr>
          <a:xfrm>
            <a:off x="2148641" y="3835187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2606324" y="3835132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95" name="Google Shape;395;p28"/>
          <p:cNvSpPr txBox="1"/>
          <p:nvPr/>
        </p:nvSpPr>
        <p:spPr>
          <a:xfrm>
            <a:off x="3072226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1850818" y="4650902"/>
            <a:ext cx="326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доброе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утро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01450" y="611125"/>
            <a:ext cx="1466725" cy="4400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28"/>
          <p:cNvCxnSpPr>
            <a:stCxn id="391" idx="3"/>
          </p:cNvCxnSpPr>
          <p:nvPr/>
        </p:nvCxnSpPr>
        <p:spPr>
          <a:xfrm rot="10800000" flipH="1">
            <a:off x="3326288" y="3167424"/>
            <a:ext cx="6525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3" name="Google Shape;403;p28"/>
          <p:cNvSpPr txBox="1"/>
          <p:nvPr/>
        </p:nvSpPr>
        <p:spPr>
          <a:xfrm>
            <a:off x="7453900" y="3723049"/>
            <a:ext cx="153334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Target 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4" name="Google Shape;404;p28"/>
          <p:cNvSpPr txBox="1"/>
          <p:nvPr/>
        </p:nvSpPr>
        <p:spPr>
          <a:xfrm>
            <a:off x="7453900" y="2949097"/>
            <a:ext cx="13698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 декодера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7453900" y="2364643"/>
            <a:ext cx="10773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FC слой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7453900" y="1843009"/>
            <a:ext cx="1041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7453900" y="1129990"/>
            <a:ext cx="162304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распределение вероятностей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7453900" y="4431325"/>
            <a:ext cx="169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сгенерированные токены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5216501" y="2562925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4740546" y="2562925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54;p26">
            <a:extLst>
              <a:ext uri="{FF2B5EF4-FFF2-40B4-BE49-F238E27FC236}">
                <a16:creationId xmlns:a16="http://schemas.microsoft.com/office/drawing/2014/main" id="{5599DC06-F9AD-D7FC-1536-70F33194C70F}"/>
              </a:ext>
            </a:extLst>
          </p:cNvPr>
          <p:cNvSpPr txBox="1"/>
          <p:nvPr/>
        </p:nvSpPr>
        <p:spPr>
          <a:xfrm>
            <a:off x="0" y="3874192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255;p26">
            <a:extLst>
              <a:ext uri="{FF2B5EF4-FFF2-40B4-BE49-F238E27FC236}">
                <a16:creationId xmlns:a16="http://schemas.microsoft.com/office/drawing/2014/main" id="{755526AE-FA1F-04FD-7EB3-3659A828BE44}"/>
              </a:ext>
            </a:extLst>
          </p:cNvPr>
          <p:cNvSpPr txBox="1"/>
          <p:nvPr/>
        </p:nvSpPr>
        <p:spPr>
          <a:xfrm>
            <a:off x="10602" y="3125066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6;p26">
            <a:extLst>
              <a:ext uri="{FF2B5EF4-FFF2-40B4-BE49-F238E27FC236}">
                <a16:creationId xmlns:a16="http://schemas.microsoft.com/office/drawing/2014/main" id="{E8B3E19D-BAF0-D12F-AC6C-1E0C0A05FB64}"/>
              </a:ext>
            </a:extLst>
          </p:cNvPr>
          <p:cNvSpPr txBox="1"/>
          <p:nvPr/>
        </p:nvSpPr>
        <p:spPr>
          <a:xfrm>
            <a:off x="0" y="4628222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37573-3E9F-3053-6DF6-E6F5CBF5685A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379;p44">
            <a:extLst>
              <a:ext uri="{FF2B5EF4-FFF2-40B4-BE49-F238E27FC236}">
                <a16:creationId xmlns:a16="http://schemas.microsoft.com/office/drawing/2014/main" id="{385DDA11-7398-F874-148D-17F52ECEB0A5}"/>
              </a:ext>
            </a:extLst>
          </p:cNvPr>
          <p:cNvSpPr txBox="1"/>
          <p:nvPr/>
        </p:nvSpPr>
        <p:spPr>
          <a:xfrm>
            <a:off x="3324455" y="2822563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 txBox="1"/>
          <p:nvPr/>
        </p:nvSpPr>
        <p:spPr>
          <a:xfrm>
            <a:off x="1460343" y="4650846"/>
            <a:ext cx="64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29"/>
          <p:cNvCxnSpPr>
            <a:stCxn id="415" idx="0"/>
            <a:endCxn id="417" idx="2"/>
          </p:cNvCxnSpPr>
          <p:nvPr/>
        </p:nvCxnSpPr>
        <p:spPr>
          <a:xfrm rot="10800000">
            <a:off x="1783593" y="4403646"/>
            <a:ext cx="12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8" name="Google Shape;418;p29"/>
          <p:cNvCxnSpPr>
            <a:endCxn id="419" idx="2"/>
          </p:cNvCxnSpPr>
          <p:nvPr/>
        </p:nvCxnSpPr>
        <p:spPr>
          <a:xfrm rot="10800000">
            <a:off x="2242531" y="4403565"/>
            <a:ext cx="1800" cy="25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0" name="Google Shape;420;p29"/>
          <p:cNvCxnSpPr/>
          <p:nvPr/>
        </p:nvCxnSpPr>
        <p:spPr>
          <a:xfrm rot="10800000">
            <a:off x="2697718" y="4403584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1" name="Google Shape;421;p29"/>
          <p:cNvCxnSpPr/>
          <p:nvPr/>
        </p:nvCxnSpPr>
        <p:spPr>
          <a:xfrm rot="10800000">
            <a:off x="3167957" y="4403646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2" name="Google Shape;422;p29"/>
          <p:cNvCxnSpPr>
            <a:stCxn id="417" idx="0"/>
            <a:endCxn id="423" idx="2"/>
          </p:cNvCxnSpPr>
          <p:nvPr/>
        </p:nvCxnSpPr>
        <p:spPr>
          <a:xfrm rot="10800000">
            <a:off x="178347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7" name="Google Shape;417;p29"/>
          <p:cNvSpPr/>
          <p:nvPr/>
        </p:nvSpPr>
        <p:spPr>
          <a:xfrm>
            <a:off x="168132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168132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29"/>
          <p:cNvCxnSpPr>
            <a:stCxn id="419" idx="0"/>
            <a:endCxn id="425" idx="2"/>
          </p:cNvCxnSpPr>
          <p:nvPr/>
        </p:nvCxnSpPr>
        <p:spPr>
          <a:xfrm rot="10800000">
            <a:off x="224253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9" name="Google Shape;419;p29"/>
          <p:cNvSpPr/>
          <p:nvPr/>
        </p:nvSpPr>
        <p:spPr>
          <a:xfrm>
            <a:off x="214038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214038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29"/>
          <p:cNvCxnSpPr>
            <a:stCxn id="427" idx="0"/>
            <a:endCxn id="428" idx="2"/>
          </p:cNvCxnSpPr>
          <p:nvPr/>
        </p:nvCxnSpPr>
        <p:spPr>
          <a:xfrm rot="10800000">
            <a:off x="2702770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7" name="Google Shape;427;p29"/>
          <p:cNvSpPr/>
          <p:nvPr/>
        </p:nvSpPr>
        <p:spPr>
          <a:xfrm>
            <a:off x="2600620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2600620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29"/>
          <p:cNvCxnSpPr>
            <a:stCxn id="430" idx="0"/>
            <a:endCxn id="431" idx="2"/>
          </p:cNvCxnSpPr>
          <p:nvPr/>
        </p:nvCxnSpPr>
        <p:spPr>
          <a:xfrm rot="10800000">
            <a:off x="3166144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0" name="Google Shape;430;p29"/>
          <p:cNvSpPr/>
          <p:nvPr/>
        </p:nvSpPr>
        <p:spPr>
          <a:xfrm>
            <a:off x="3063994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3063994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29"/>
          <p:cNvCxnSpPr/>
          <p:nvPr/>
        </p:nvCxnSpPr>
        <p:spPr>
          <a:xfrm>
            <a:off x="189391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3" name="Google Shape;433;p29"/>
          <p:cNvCxnSpPr/>
          <p:nvPr/>
        </p:nvCxnSpPr>
        <p:spPr>
          <a:xfrm>
            <a:off x="235415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4" name="Google Shape;434;p29"/>
          <p:cNvCxnSpPr/>
          <p:nvPr/>
        </p:nvCxnSpPr>
        <p:spPr>
          <a:xfrm>
            <a:off x="281321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5" name="Google Shape;435;p29"/>
          <p:cNvSpPr txBox="1"/>
          <p:nvPr/>
        </p:nvSpPr>
        <p:spPr>
          <a:xfrm>
            <a:off x="1689576" y="3976334"/>
            <a:ext cx="198300" cy="1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6" name="Google Shape;436;p29"/>
          <p:cNvSpPr txBox="1"/>
          <p:nvPr/>
        </p:nvSpPr>
        <p:spPr>
          <a:xfrm>
            <a:off x="2151138" y="3976334"/>
            <a:ext cx="201900" cy="17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7" name="Google Shape;437;p29"/>
          <p:cNvSpPr txBox="1"/>
          <p:nvPr/>
        </p:nvSpPr>
        <p:spPr>
          <a:xfrm>
            <a:off x="2607697" y="3976334"/>
            <a:ext cx="201900" cy="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3067936" y="3976334"/>
            <a:ext cx="201900" cy="174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1689576" y="3167321"/>
            <a:ext cx="2037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0" name="Google Shape;440;p29"/>
          <p:cNvSpPr txBox="1"/>
          <p:nvPr/>
        </p:nvSpPr>
        <p:spPr>
          <a:xfrm>
            <a:off x="2151138" y="3167321"/>
            <a:ext cx="2073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1" name="Google Shape;441;p29"/>
          <p:cNvSpPr txBox="1"/>
          <p:nvPr/>
        </p:nvSpPr>
        <p:spPr>
          <a:xfrm>
            <a:off x="2607697" y="3167321"/>
            <a:ext cx="207300" cy="174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2" name="Google Shape;442;p29"/>
          <p:cNvSpPr txBox="1"/>
          <p:nvPr/>
        </p:nvSpPr>
        <p:spPr>
          <a:xfrm>
            <a:off x="3067936" y="3167321"/>
            <a:ext cx="2073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3" name="Google Shape;443;p29"/>
          <p:cNvSpPr/>
          <p:nvPr/>
        </p:nvSpPr>
        <p:spPr>
          <a:xfrm>
            <a:off x="1217948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29"/>
          <p:cNvCxnSpPr/>
          <p:nvPr/>
        </p:nvCxnSpPr>
        <p:spPr>
          <a:xfrm>
            <a:off x="143485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5" name="Google Shape;445;p29"/>
          <p:cNvSpPr txBox="1"/>
          <p:nvPr/>
        </p:nvSpPr>
        <p:spPr>
          <a:xfrm>
            <a:off x="1217379" y="3162847"/>
            <a:ext cx="207300" cy="17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46" name="Google Shape;446;p29"/>
          <p:cNvCxnSpPr/>
          <p:nvPr/>
        </p:nvCxnSpPr>
        <p:spPr>
          <a:xfrm rot="10800000">
            <a:off x="1781946" y="2716688"/>
            <a:ext cx="15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7" name="Google Shape;447;p29"/>
          <p:cNvCxnSpPr/>
          <p:nvPr/>
        </p:nvCxnSpPr>
        <p:spPr>
          <a:xfrm rot="10800000">
            <a:off x="2242552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8" name="Google Shape;448;p29"/>
          <p:cNvCxnSpPr/>
          <p:nvPr/>
        </p:nvCxnSpPr>
        <p:spPr>
          <a:xfrm rot="10800000">
            <a:off x="2704608" y="2716623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9" name="Google Shape;449;p29"/>
          <p:cNvCxnSpPr/>
          <p:nvPr/>
        </p:nvCxnSpPr>
        <p:spPr>
          <a:xfrm rot="10800000">
            <a:off x="3166663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0" name="Google Shape;450;p29"/>
          <p:cNvCxnSpPr/>
          <p:nvPr/>
        </p:nvCxnSpPr>
        <p:spPr>
          <a:xfrm rot="10800000">
            <a:off x="3638197" y="4508950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1" name="Google Shape;451;p29"/>
          <p:cNvCxnSpPr>
            <a:stCxn id="452" idx="0"/>
            <a:endCxn id="453" idx="2"/>
          </p:cNvCxnSpPr>
          <p:nvPr/>
        </p:nvCxnSpPr>
        <p:spPr>
          <a:xfrm rot="10800000">
            <a:off x="3636320" y="367127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2" name="Google Shape;452;p29"/>
          <p:cNvSpPr/>
          <p:nvPr/>
        </p:nvSpPr>
        <p:spPr>
          <a:xfrm>
            <a:off x="3534170" y="3907970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/>
          <p:nvPr/>
        </p:nvSpPr>
        <p:spPr>
          <a:xfrm>
            <a:off x="3534170" y="3070327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29"/>
          <p:cNvCxnSpPr/>
          <p:nvPr/>
        </p:nvCxnSpPr>
        <p:spPr>
          <a:xfrm>
            <a:off x="3283393" y="3379506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5" name="Google Shape;455;p29"/>
          <p:cNvSpPr txBox="1"/>
          <p:nvPr/>
        </p:nvSpPr>
        <p:spPr>
          <a:xfrm>
            <a:off x="3538112" y="4081639"/>
            <a:ext cx="201900" cy="174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6" name="Google Shape;456;p29"/>
          <p:cNvSpPr txBox="1"/>
          <p:nvPr/>
        </p:nvSpPr>
        <p:spPr>
          <a:xfrm>
            <a:off x="3538112" y="3272625"/>
            <a:ext cx="207300" cy="174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57" name="Google Shape;457;p29"/>
          <p:cNvCxnSpPr/>
          <p:nvPr/>
        </p:nvCxnSpPr>
        <p:spPr>
          <a:xfrm rot="10800000">
            <a:off x="3636838" y="2821993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8" name="Google Shape;458;p29"/>
          <p:cNvCxnSpPr/>
          <p:nvPr/>
        </p:nvCxnSpPr>
        <p:spPr>
          <a:xfrm rot="10800000">
            <a:off x="4502108" y="443133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9" name="Google Shape;459;p29"/>
          <p:cNvCxnSpPr>
            <a:stCxn id="460" idx="0"/>
            <a:endCxn id="461" idx="2"/>
          </p:cNvCxnSpPr>
          <p:nvPr/>
        </p:nvCxnSpPr>
        <p:spPr>
          <a:xfrm rot="10800000">
            <a:off x="4500093" y="34826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0" name="Google Shape;460;p29"/>
          <p:cNvSpPr/>
          <p:nvPr/>
        </p:nvSpPr>
        <p:spPr>
          <a:xfrm>
            <a:off x="4388043" y="37508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4388043" y="28023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29"/>
          <p:cNvCxnSpPr/>
          <p:nvPr/>
        </p:nvCxnSpPr>
        <p:spPr>
          <a:xfrm>
            <a:off x="3751081" y="337837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3" name="Google Shape;463;p29"/>
          <p:cNvSpPr txBox="1"/>
          <p:nvPr/>
        </p:nvSpPr>
        <p:spPr>
          <a:xfrm>
            <a:off x="4392365" y="394749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4392365" y="303145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65" name="Google Shape;465;p29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6" name="Google Shape;466;p29"/>
          <p:cNvSpPr/>
          <p:nvPr/>
        </p:nvSpPr>
        <p:spPr>
          <a:xfrm>
            <a:off x="3283400" y="2226850"/>
            <a:ext cx="1739100" cy="25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9"/>
          <p:cNvSpPr txBox="1"/>
          <p:nvPr/>
        </p:nvSpPr>
        <p:spPr>
          <a:xfrm>
            <a:off x="1217942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68" name="Google Shape;468;p29"/>
          <p:cNvSpPr txBox="1"/>
          <p:nvPr/>
        </p:nvSpPr>
        <p:spPr>
          <a:xfrm>
            <a:off x="1684540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69" name="Google Shape;469;p29"/>
          <p:cNvSpPr txBox="1"/>
          <p:nvPr/>
        </p:nvSpPr>
        <p:spPr>
          <a:xfrm>
            <a:off x="2146121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0" name="Google Shape;470;p29"/>
          <p:cNvSpPr txBox="1"/>
          <p:nvPr/>
        </p:nvSpPr>
        <p:spPr>
          <a:xfrm>
            <a:off x="260505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1" name="Google Shape;471;p29"/>
          <p:cNvSpPr txBox="1"/>
          <p:nvPr/>
        </p:nvSpPr>
        <p:spPr>
          <a:xfrm>
            <a:off x="307158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2" name="Google Shape;472;p29"/>
          <p:cNvSpPr txBox="1"/>
          <p:nvPr/>
        </p:nvSpPr>
        <p:spPr>
          <a:xfrm>
            <a:off x="1689578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2148641" y="3835187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4" name="Google Shape;474;p29"/>
          <p:cNvSpPr txBox="1"/>
          <p:nvPr/>
        </p:nvSpPr>
        <p:spPr>
          <a:xfrm>
            <a:off x="2606324" y="3835132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5" name="Google Shape;475;p29"/>
          <p:cNvSpPr txBox="1"/>
          <p:nvPr/>
        </p:nvSpPr>
        <p:spPr>
          <a:xfrm>
            <a:off x="3072226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6" name="Google Shape;476;p29"/>
          <p:cNvSpPr txBox="1"/>
          <p:nvPr/>
        </p:nvSpPr>
        <p:spPr>
          <a:xfrm>
            <a:off x="1850818" y="4650902"/>
            <a:ext cx="326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доброе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утро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0" name="Google Shape;480;p2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11450" y="706837"/>
            <a:ext cx="1422300" cy="4266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29"/>
          <p:cNvCxnSpPr>
            <a:stCxn id="471" idx="3"/>
          </p:cNvCxnSpPr>
          <p:nvPr/>
        </p:nvCxnSpPr>
        <p:spPr>
          <a:xfrm rot="10800000" flipH="1">
            <a:off x="3326288" y="3167424"/>
            <a:ext cx="6525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89" name="Google Shape;489;p2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18350" y="588784"/>
            <a:ext cx="1891475" cy="44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9"/>
          <p:cNvSpPr/>
          <p:nvPr/>
        </p:nvSpPr>
        <p:spPr>
          <a:xfrm>
            <a:off x="5216501" y="2562925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29"/>
          <p:cNvSpPr/>
          <p:nvPr/>
        </p:nvSpPr>
        <p:spPr>
          <a:xfrm>
            <a:off x="4766658" y="2559625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54;p26">
            <a:extLst>
              <a:ext uri="{FF2B5EF4-FFF2-40B4-BE49-F238E27FC236}">
                <a16:creationId xmlns:a16="http://schemas.microsoft.com/office/drawing/2014/main" id="{ABF6C7A2-B0D8-4DC1-E2DB-963A19759E13}"/>
              </a:ext>
            </a:extLst>
          </p:cNvPr>
          <p:cNvSpPr txBox="1"/>
          <p:nvPr/>
        </p:nvSpPr>
        <p:spPr>
          <a:xfrm>
            <a:off x="0" y="3874192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5;p26">
            <a:extLst>
              <a:ext uri="{FF2B5EF4-FFF2-40B4-BE49-F238E27FC236}">
                <a16:creationId xmlns:a16="http://schemas.microsoft.com/office/drawing/2014/main" id="{69C32C70-178A-E437-A480-3AB6F26E4641}"/>
              </a:ext>
            </a:extLst>
          </p:cNvPr>
          <p:cNvSpPr txBox="1"/>
          <p:nvPr/>
        </p:nvSpPr>
        <p:spPr>
          <a:xfrm>
            <a:off x="10602" y="3125066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256;p26">
            <a:extLst>
              <a:ext uri="{FF2B5EF4-FFF2-40B4-BE49-F238E27FC236}">
                <a16:creationId xmlns:a16="http://schemas.microsoft.com/office/drawing/2014/main" id="{0AE37111-EACD-6197-F15B-CB6C58E8C7E6}"/>
              </a:ext>
            </a:extLst>
          </p:cNvPr>
          <p:cNvSpPr txBox="1"/>
          <p:nvPr/>
        </p:nvSpPr>
        <p:spPr>
          <a:xfrm>
            <a:off x="0" y="4628222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Google Shape;403;p28">
            <a:extLst>
              <a:ext uri="{FF2B5EF4-FFF2-40B4-BE49-F238E27FC236}">
                <a16:creationId xmlns:a16="http://schemas.microsoft.com/office/drawing/2014/main" id="{97BDD739-8293-A00F-C28F-196542E65F48}"/>
              </a:ext>
            </a:extLst>
          </p:cNvPr>
          <p:cNvSpPr txBox="1"/>
          <p:nvPr/>
        </p:nvSpPr>
        <p:spPr>
          <a:xfrm>
            <a:off x="7453900" y="3723049"/>
            <a:ext cx="153334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Target 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404;p28">
            <a:extLst>
              <a:ext uri="{FF2B5EF4-FFF2-40B4-BE49-F238E27FC236}">
                <a16:creationId xmlns:a16="http://schemas.microsoft.com/office/drawing/2014/main" id="{49A1DD01-6D33-E355-3E39-75EC9CE871A0}"/>
              </a:ext>
            </a:extLst>
          </p:cNvPr>
          <p:cNvSpPr txBox="1"/>
          <p:nvPr/>
        </p:nvSpPr>
        <p:spPr>
          <a:xfrm>
            <a:off x="7453900" y="2949097"/>
            <a:ext cx="13698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 декодера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" name="Google Shape;405;p28">
            <a:extLst>
              <a:ext uri="{FF2B5EF4-FFF2-40B4-BE49-F238E27FC236}">
                <a16:creationId xmlns:a16="http://schemas.microsoft.com/office/drawing/2014/main" id="{BFFB8410-987B-F21F-5E23-1E78338DEEFA}"/>
              </a:ext>
            </a:extLst>
          </p:cNvPr>
          <p:cNvSpPr txBox="1"/>
          <p:nvPr/>
        </p:nvSpPr>
        <p:spPr>
          <a:xfrm>
            <a:off x="7453900" y="2364643"/>
            <a:ext cx="10773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FC слой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406;p28">
            <a:extLst>
              <a:ext uri="{FF2B5EF4-FFF2-40B4-BE49-F238E27FC236}">
                <a16:creationId xmlns:a16="http://schemas.microsoft.com/office/drawing/2014/main" id="{FFF4AB04-32AB-368E-D86B-CAD25AC2CFB5}"/>
              </a:ext>
            </a:extLst>
          </p:cNvPr>
          <p:cNvSpPr txBox="1"/>
          <p:nvPr/>
        </p:nvSpPr>
        <p:spPr>
          <a:xfrm>
            <a:off x="7453900" y="1843009"/>
            <a:ext cx="1041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" name="Google Shape;407;p28">
            <a:extLst>
              <a:ext uri="{FF2B5EF4-FFF2-40B4-BE49-F238E27FC236}">
                <a16:creationId xmlns:a16="http://schemas.microsoft.com/office/drawing/2014/main" id="{33ADED02-9F90-7381-63DE-53D8F1ED754F}"/>
              </a:ext>
            </a:extLst>
          </p:cNvPr>
          <p:cNvSpPr txBox="1"/>
          <p:nvPr/>
        </p:nvSpPr>
        <p:spPr>
          <a:xfrm>
            <a:off x="7453900" y="1129990"/>
            <a:ext cx="162304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распределение вероятностей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" name="Google Shape;408;p28">
            <a:extLst>
              <a:ext uri="{FF2B5EF4-FFF2-40B4-BE49-F238E27FC236}">
                <a16:creationId xmlns:a16="http://schemas.microsoft.com/office/drawing/2014/main" id="{F3405AA1-9BF2-5647-B0E2-BD3F1B4041E8}"/>
              </a:ext>
            </a:extLst>
          </p:cNvPr>
          <p:cNvSpPr txBox="1"/>
          <p:nvPr/>
        </p:nvSpPr>
        <p:spPr>
          <a:xfrm>
            <a:off x="7453900" y="4431325"/>
            <a:ext cx="169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сгенерированные токены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A1767-C32E-223D-C809-4089CAE525B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379;p44">
            <a:extLst>
              <a:ext uri="{FF2B5EF4-FFF2-40B4-BE49-F238E27FC236}">
                <a16:creationId xmlns:a16="http://schemas.microsoft.com/office/drawing/2014/main" id="{7DA74550-2510-9AEC-9E9C-2EF8E5C3B146}"/>
              </a:ext>
            </a:extLst>
          </p:cNvPr>
          <p:cNvSpPr txBox="1"/>
          <p:nvPr/>
        </p:nvSpPr>
        <p:spPr>
          <a:xfrm>
            <a:off x="3324455" y="2822563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 txBox="1"/>
          <p:nvPr/>
        </p:nvSpPr>
        <p:spPr>
          <a:xfrm>
            <a:off x="1460343" y="4650846"/>
            <a:ext cx="64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p30"/>
          <p:cNvCxnSpPr>
            <a:stCxn id="496" idx="0"/>
            <a:endCxn id="498" idx="2"/>
          </p:cNvCxnSpPr>
          <p:nvPr/>
        </p:nvCxnSpPr>
        <p:spPr>
          <a:xfrm rot="10800000">
            <a:off x="1783593" y="4403646"/>
            <a:ext cx="12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9" name="Google Shape;499;p30"/>
          <p:cNvCxnSpPr>
            <a:endCxn id="500" idx="2"/>
          </p:cNvCxnSpPr>
          <p:nvPr/>
        </p:nvCxnSpPr>
        <p:spPr>
          <a:xfrm rot="10800000">
            <a:off x="2242531" y="4403565"/>
            <a:ext cx="1800" cy="25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1" name="Google Shape;501;p30"/>
          <p:cNvCxnSpPr/>
          <p:nvPr/>
        </p:nvCxnSpPr>
        <p:spPr>
          <a:xfrm rot="10800000">
            <a:off x="2697718" y="4403584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2" name="Google Shape;502;p30"/>
          <p:cNvCxnSpPr/>
          <p:nvPr/>
        </p:nvCxnSpPr>
        <p:spPr>
          <a:xfrm rot="10800000">
            <a:off x="3167957" y="4403646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3" name="Google Shape;503;p30"/>
          <p:cNvCxnSpPr>
            <a:stCxn id="498" idx="0"/>
            <a:endCxn id="504" idx="2"/>
          </p:cNvCxnSpPr>
          <p:nvPr/>
        </p:nvCxnSpPr>
        <p:spPr>
          <a:xfrm rot="10800000">
            <a:off x="178347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8" name="Google Shape;498;p30"/>
          <p:cNvSpPr/>
          <p:nvPr/>
        </p:nvSpPr>
        <p:spPr>
          <a:xfrm>
            <a:off x="168132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168132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30"/>
          <p:cNvCxnSpPr>
            <a:stCxn id="500" idx="0"/>
            <a:endCxn id="506" idx="2"/>
          </p:cNvCxnSpPr>
          <p:nvPr/>
        </p:nvCxnSpPr>
        <p:spPr>
          <a:xfrm rot="10800000">
            <a:off x="224253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0" name="Google Shape;500;p30"/>
          <p:cNvSpPr/>
          <p:nvPr/>
        </p:nvSpPr>
        <p:spPr>
          <a:xfrm>
            <a:off x="214038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/>
          <p:nvPr/>
        </p:nvSpPr>
        <p:spPr>
          <a:xfrm>
            <a:off x="214038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30"/>
          <p:cNvCxnSpPr>
            <a:stCxn id="508" idx="0"/>
            <a:endCxn id="509" idx="2"/>
          </p:cNvCxnSpPr>
          <p:nvPr/>
        </p:nvCxnSpPr>
        <p:spPr>
          <a:xfrm rot="10800000">
            <a:off x="2702770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8" name="Google Shape;508;p30"/>
          <p:cNvSpPr/>
          <p:nvPr/>
        </p:nvSpPr>
        <p:spPr>
          <a:xfrm>
            <a:off x="2600620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2600620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30"/>
          <p:cNvCxnSpPr>
            <a:stCxn id="511" idx="0"/>
            <a:endCxn id="512" idx="2"/>
          </p:cNvCxnSpPr>
          <p:nvPr/>
        </p:nvCxnSpPr>
        <p:spPr>
          <a:xfrm rot="10800000">
            <a:off x="3166144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1" name="Google Shape;511;p30"/>
          <p:cNvSpPr/>
          <p:nvPr/>
        </p:nvSpPr>
        <p:spPr>
          <a:xfrm>
            <a:off x="3063994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3063994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30"/>
          <p:cNvCxnSpPr/>
          <p:nvPr/>
        </p:nvCxnSpPr>
        <p:spPr>
          <a:xfrm>
            <a:off x="189391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4" name="Google Shape;514;p30"/>
          <p:cNvCxnSpPr/>
          <p:nvPr/>
        </p:nvCxnSpPr>
        <p:spPr>
          <a:xfrm>
            <a:off x="235415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5" name="Google Shape;515;p30"/>
          <p:cNvCxnSpPr/>
          <p:nvPr/>
        </p:nvCxnSpPr>
        <p:spPr>
          <a:xfrm>
            <a:off x="281321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6" name="Google Shape;516;p30"/>
          <p:cNvSpPr txBox="1"/>
          <p:nvPr/>
        </p:nvSpPr>
        <p:spPr>
          <a:xfrm>
            <a:off x="1689576" y="3976334"/>
            <a:ext cx="198300" cy="1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7" name="Google Shape;517;p30"/>
          <p:cNvSpPr txBox="1"/>
          <p:nvPr/>
        </p:nvSpPr>
        <p:spPr>
          <a:xfrm>
            <a:off x="2151138" y="3976334"/>
            <a:ext cx="201900" cy="17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8" name="Google Shape;518;p30"/>
          <p:cNvSpPr txBox="1"/>
          <p:nvPr/>
        </p:nvSpPr>
        <p:spPr>
          <a:xfrm>
            <a:off x="2607697" y="3976334"/>
            <a:ext cx="201900" cy="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9" name="Google Shape;519;p30"/>
          <p:cNvSpPr txBox="1"/>
          <p:nvPr/>
        </p:nvSpPr>
        <p:spPr>
          <a:xfrm>
            <a:off x="3067936" y="3976334"/>
            <a:ext cx="201900" cy="174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0" name="Google Shape;520;p30"/>
          <p:cNvSpPr txBox="1"/>
          <p:nvPr/>
        </p:nvSpPr>
        <p:spPr>
          <a:xfrm>
            <a:off x="1689576" y="3167321"/>
            <a:ext cx="2037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1" name="Google Shape;521;p30"/>
          <p:cNvSpPr txBox="1"/>
          <p:nvPr/>
        </p:nvSpPr>
        <p:spPr>
          <a:xfrm>
            <a:off x="2151138" y="3167321"/>
            <a:ext cx="2073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2" name="Google Shape;522;p30"/>
          <p:cNvSpPr txBox="1"/>
          <p:nvPr/>
        </p:nvSpPr>
        <p:spPr>
          <a:xfrm>
            <a:off x="2607697" y="3167321"/>
            <a:ext cx="207300" cy="174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3" name="Google Shape;523;p30"/>
          <p:cNvSpPr txBox="1"/>
          <p:nvPr/>
        </p:nvSpPr>
        <p:spPr>
          <a:xfrm>
            <a:off x="3067936" y="3167321"/>
            <a:ext cx="2073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1217948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30"/>
          <p:cNvCxnSpPr/>
          <p:nvPr/>
        </p:nvCxnSpPr>
        <p:spPr>
          <a:xfrm>
            <a:off x="143485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6" name="Google Shape;526;p30"/>
          <p:cNvSpPr txBox="1"/>
          <p:nvPr/>
        </p:nvSpPr>
        <p:spPr>
          <a:xfrm>
            <a:off x="1217379" y="3162847"/>
            <a:ext cx="207300" cy="17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27" name="Google Shape;527;p30"/>
          <p:cNvCxnSpPr/>
          <p:nvPr/>
        </p:nvCxnSpPr>
        <p:spPr>
          <a:xfrm rot="10800000">
            <a:off x="1781946" y="2716688"/>
            <a:ext cx="15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8" name="Google Shape;528;p30"/>
          <p:cNvCxnSpPr/>
          <p:nvPr/>
        </p:nvCxnSpPr>
        <p:spPr>
          <a:xfrm rot="10800000">
            <a:off x="2242552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9" name="Google Shape;529;p30"/>
          <p:cNvCxnSpPr/>
          <p:nvPr/>
        </p:nvCxnSpPr>
        <p:spPr>
          <a:xfrm rot="10800000">
            <a:off x="2704608" y="2716623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0" name="Google Shape;530;p30"/>
          <p:cNvCxnSpPr/>
          <p:nvPr/>
        </p:nvCxnSpPr>
        <p:spPr>
          <a:xfrm rot="10800000">
            <a:off x="3166663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1" name="Google Shape;531;p30"/>
          <p:cNvCxnSpPr/>
          <p:nvPr/>
        </p:nvCxnSpPr>
        <p:spPr>
          <a:xfrm rot="10800000">
            <a:off x="3638197" y="4508950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2" name="Google Shape;532;p30"/>
          <p:cNvCxnSpPr>
            <a:stCxn id="533" idx="0"/>
            <a:endCxn id="534" idx="2"/>
          </p:cNvCxnSpPr>
          <p:nvPr/>
        </p:nvCxnSpPr>
        <p:spPr>
          <a:xfrm rot="10800000">
            <a:off x="3636320" y="367127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3" name="Google Shape;533;p30"/>
          <p:cNvSpPr/>
          <p:nvPr/>
        </p:nvSpPr>
        <p:spPr>
          <a:xfrm>
            <a:off x="3534170" y="3907970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3534170" y="3070327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30"/>
          <p:cNvCxnSpPr/>
          <p:nvPr/>
        </p:nvCxnSpPr>
        <p:spPr>
          <a:xfrm>
            <a:off x="3283393" y="3379506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6" name="Google Shape;536;p30"/>
          <p:cNvSpPr txBox="1"/>
          <p:nvPr/>
        </p:nvSpPr>
        <p:spPr>
          <a:xfrm>
            <a:off x="3538112" y="4081639"/>
            <a:ext cx="201900" cy="174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7" name="Google Shape;537;p30"/>
          <p:cNvSpPr txBox="1"/>
          <p:nvPr/>
        </p:nvSpPr>
        <p:spPr>
          <a:xfrm>
            <a:off x="3538112" y="3272625"/>
            <a:ext cx="207300" cy="174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38" name="Google Shape;538;p30"/>
          <p:cNvCxnSpPr/>
          <p:nvPr/>
        </p:nvCxnSpPr>
        <p:spPr>
          <a:xfrm rot="10800000">
            <a:off x="3636838" y="2821993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9" name="Google Shape;539;p30"/>
          <p:cNvCxnSpPr/>
          <p:nvPr/>
        </p:nvCxnSpPr>
        <p:spPr>
          <a:xfrm rot="10800000">
            <a:off x="4502108" y="443133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0" name="Google Shape;540;p30"/>
          <p:cNvCxnSpPr>
            <a:stCxn id="541" idx="0"/>
            <a:endCxn id="542" idx="2"/>
          </p:cNvCxnSpPr>
          <p:nvPr/>
        </p:nvCxnSpPr>
        <p:spPr>
          <a:xfrm rot="10800000">
            <a:off x="4500093" y="34826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1" name="Google Shape;541;p30"/>
          <p:cNvSpPr/>
          <p:nvPr/>
        </p:nvSpPr>
        <p:spPr>
          <a:xfrm>
            <a:off x="4388043" y="37508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4388043" y="28023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p30"/>
          <p:cNvCxnSpPr/>
          <p:nvPr/>
        </p:nvCxnSpPr>
        <p:spPr>
          <a:xfrm>
            <a:off x="3751081" y="337837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4" name="Google Shape;544;p30"/>
          <p:cNvSpPr txBox="1"/>
          <p:nvPr/>
        </p:nvSpPr>
        <p:spPr>
          <a:xfrm>
            <a:off x="4392365" y="394749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5" name="Google Shape;545;p30"/>
          <p:cNvSpPr txBox="1"/>
          <p:nvPr/>
        </p:nvSpPr>
        <p:spPr>
          <a:xfrm>
            <a:off x="4392365" y="303145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46" name="Google Shape;546;p30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7" name="Google Shape;547;p30"/>
          <p:cNvSpPr/>
          <p:nvPr/>
        </p:nvSpPr>
        <p:spPr>
          <a:xfrm>
            <a:off x="3283400" y="2226850"/>
            <a:ext cx="1739100" cy="25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0"/>
          <p:cNvSpPr txBox="1"/>
          <p:nvPr/>
        </p:nvSpPr>
        <p:spPr>
          <a:xfrm>
            <a:off x="1217942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49" name="Google Shape;549;p30"/>
          <p:cNvSpPr txBox="1"/>
          <p:nvPr/>
        </p:nvSpPr>
        <p:spPr>
          <a:xfrm>
            <a:off x="1684540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0" name="Google Shape;550;p30"/>
          <p:cNvSpPr txBox="1"/>
          <p:nvPr/>
        </p:nvSpPr>
        <p:spPr>
          <a:xfrm>
            <a:off x="2146121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1" name="Google Shape;551;p30"/>
          <p:cNvSpPr txBox="1"/>
          <p:nvPr/>
        </p:nvSpPr>
        <p:spPr>
          <a:xfrm>
            <a:off x="260505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2" name="Google Shape;552;p30"/>
          <p:cNvSpPr txBox="1"/>
          <p:nvPr/>
        </p:nvSpPr>
        <p:spPr>
          <a:xfrm>
            <a:off x="307158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3" name="Google Shape;553;p30"/>
          <p:cNvSpPr txBox="1"/>
          <p:nvPr/>
        </p:nvSpPr>
        <p:spPr>
          <a:xfrm>
            <a:off x="1689578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4" name="Google Shape;554;p30"/>
          <p:cNvSpPr txBox="1"/>
          <p:nvPr/>
        </p:nvSpPr>
        <p:spPr>
          <a:xfrm>
            <a:off x="2148641" y="3835187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5" name="Google Shape;555;p30"/>
          <p:cNvSpPr txBox="1"/>
          <p:nvPr/>
        </p:nvSpPr>
        <p:spPr>
          <a:xfrm>
            <a:off x="2606324" y="3835132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6" name="Google Shape;556;p30"/>
          <p:cNvSpPr txBox="1"/>
          <p:nvPr/>
        </p:nvSpPr>
        <p:spPr>
          <a:xfrm>
            <a:off x="3072226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1850818" y="4650902"/>
            <a:ext cx="326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доброе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утро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3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11450" y="706837"/>
            <a:ext cx="1422300" cy="4266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" name="Google Shape;562;p30"/>
          <p:cNvCxnSpPr>
            <a:stCxn id="552" idx="3"/>
          </p:cNvCxnSpPr>
          <p:nvPr/>
        </p:nvCxnSpPr>
        <p:spPr>
          <a:xfrm rot="10800000" flipH="1">
            <a:off x="3326288" y="3167424"/>
            <a:ext cx="6525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69" name="Google Shape;569;p3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18350" y="633276"/>
            <a:ext cx="1872599" cy="441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34600" y="519185"/>
            <a:ext cx="2710988" cy="4499627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0"/>
          <p:cNvSpPr/>
          <p:nvPr/>
        </p:nvSpPr>
        <p:spPr>
          <a:xfrm>
            <a:off x="4781793" y="250116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5234151" y="251640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5657473" y="250116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03;p28">
            <a:extLst>
              <a:ext uri="{FF2B5EF4-FFF2-40B4-BE49-F238E27FC236}">
                <a16:creationId xmlns:a16="http://schemas.microsoft.com/office/drawing/2014/main" id="{4A54A73F-844A-7671-B736-766B57EB6EC8}"/>
              </a:ext>
            </a:extLst>
          </p:cNvPr>
          <p:cNvSpPr txBox="1"/>
          <p:nvPr/>
        </p:nvSpPr>
        <p:spPr>
          <a:xfrm>
            <a:off x="7453900" y="3723049"/>
            <a:ext cx="153334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Target 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404;p28">
            <a:extLst>
              <a:ext uri="{FF2B5EF4-FFF2-40B4-BE49-F238E27FC236}">
                <a16:creationId xmlns:a16="http://schemas.microsoft.com/office/drawing/2014/main" id="{139F110A-D875-6919-4D72-E1DE0E72C74A}"/>
              </a:ext>
            </a:extLst>
          </p:cNvPr>
          <p:cNvSpPr txBox="1"/>
          <p:nvPr/>
        </p:nvSpPr>
        <p:spPr>
          <a:xfrm>
            <a:off x="7453900" y="2949097"/>
            <a:ext cx="13698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 декодера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405;p28">
            <a:extLst>
              <a:ext uri="{FF2B5EF4-FFF2-40B4-BE49-F238E27FC236}">
                <a16:creationId xmlns:a16="http://schemas.microsoft.com/office/drawing/2014/main" id="{3C2B2E15-7198-9C12-CBCB-EE0FDF5AA189}"/>
              </a:ext>
            </a:extLst>
          </p:cNvPr>
          <p:cNvSpPr txBox="1"/>
          <p:nvPr/>
        </p:nvSpPr>
        <p:spPr>
          <a:xfrm>
            <a:off x="7453900" y="2364643"/>
            <a:ext cx="10773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FC слой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406;p28">
            <a:extLst>
              <a:ext uri="{FF2B5EF4-FFF2-40B4-BE49-F238E27FC236}">
                <a16:creationId xmlns:a16="http://schemas.microsoft.com/office/drawing/2014/main" id="{BDF7D140-A27D-A3DC-183F-BF230B176FD6}"/>
              </a:ext>
            </a:extLst>
          </p:cNvPr>
          <p:cNvSpPr txBox="1"/>
          <p:nvPr/>
        </p:nvSpPr>
        <p:spPr>
          <a:xfrm>
            <a:off x="7453900" y="1843009"/>
            <a:ext cx="1041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Google Shape;407;p28">
            <a:extLst>
              <a:ext uri="{FF2B5EF4-FFF2-40B4-BE49-F238E27FC236}">
                <a16:creationId xmlns:a16="http://schemas.microsoft.com/office/drawing/2014/main" id="{0723FFFC-5F95-3AB6-ACBA-385EE910AB14}"/>
              </a:ext>
            </a:extLst>
          </p:cNvPr>
          <p:cNvSpPr txBox="1"/>
          <p:nvPr/>
        </p:nvSpPr>
        <p:spPr>
          <a:xfrm>
            <a:off x="7453900" y="1129990"/>
            <a:ext cx="162304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распределение вероятностей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408;p28">
            <a:extLst>
              <a:ext uri="{FF2B5EF4-FFF2-40B4-BE49-F238E27FC236}">
                <a16:creationId xmlns:a16="http://schemas.microsoft.com/office/drawing/2014/main" id="{EC342866-C35F-DB9E-968A-B857427933F0}"/>
              </a:ext>
            </a:extLst>
          </p:cNvPr>
          <p:cNvSpPr txBox="1"/>
          <p:nvPr/>
        </p:nvSpPr>
        <p:spPr>
          <a:xfrm>
            <a:off x="7453900" y="4431325"/>
            <a:ext cx="169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сгенерированные токены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" name="Google Shape;254;p26">
            <a:extLst>
              <a:ext uri="{FF2B5EF4-FFF2-40B4-BE49-F238E27FC236}">
                <a16:creationId xmlns:a16="http://schemas.microsoft.com/office/drawing/2014/main" id="{3CA8206A-DF52-B8C7-517B-26F62211427F}"/>
              </a:ext>
            </a:extLst>
          </p:cNvPr>
          <p:cNvSpPr txBox="1"/>
          <p:nvPr/>
        </p:nvSpPr>
        <p:spPr>
          <a:xfrm>
            <a:off x="0" y="3874192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255;p26">
            <a:extLst>
              <a:ext uri="{FF2B5EF4-FFF2-40B4-BE49-F238E27FC236}">
                <a16:creationId xmlns:a16="http://schemas.microsoft.com/office/drawing/2014/main" id="{2688A9F7-DE5D-F4DB-4B4C-B7BBEEA423C8}"/>
              </a:ext>
            </a:extLst>
          </p:cNvPr>
          <p:cNvSpPr txBox="1"/>
          <p:nvPr/>
        </p:nvSpPr>
        <p:spPr>
          <a:xfrm>
            <a:off x="10602" y="3125066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" name="Google Shape;256;p26">
            <a:extLst>
              <a:ext uri="{FF2B5EF4-FFF2-40B4-BE49-F238E27FC236}">
                <a16:creationId xmlns:a16="http://schemas.microsoft.com/office/drawing/2014/main" id="{E1A23908-5C0F-1B21-A755-C293F9B1542F}"/>
              </a:ext>
            </a:extLst>
          </p:cNvPr>
          <p:cNvSpPr txBox="1"/>
          <p:nvPr/>
        </p:nvSpPr>
        <p:spPr>
          <a:xfrm>
            <a:off x="0" y="4628222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F66A2-5557-7E52-AF6E-7BA198B8342A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379;p44">
            <a:extLst>
              <a:ext uri="{FF2B5EF4-FFF2-40B4-BE49-F238E27FC236}">
                <a16:creationId xmlns:a16="http://schemas.microsoft.com/office/drawing/2014/main" id="{A6128B53-C36F-9A45-6219-5E7593A9D2A4}"/>
              </a:ext>
            </a:extLst>
          </p:cNvPr>
          <p:cNvSpPr txBox="1"/>
          <p:nvPr/>
        </p:nvSpPr>
        <p:spPr>
          <a:xfrm>
            <a:off x="3324455" y="2822563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1"/>
          <p:cNvSpPr txBox="1"/>
          <p:nvPr/>
        </p:nvSpPr>
        <p:spPr>
          <a:xfrm>
            <a:off x="1460343" y="4650846"/>
            <a:ext cx="64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" name="Google Shape;580;p31"/>
          <p:cNvCxnSpPr>
            <a:stCxn id="579" idx="0"/>
            <a:endCxn id="581" idx="2"/>
          </p:cNvCxnSpPr>
          <p:nvPr/>
        </p:nvCxnSpPr>
        <p:spPr>
          <a:xfrm rot="10800000">
            <a:off x="1783593" y="4403646"/>
            <a:ext cx="12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2" name="Google Shape;582;p31"/>
          <p:cNvCxnSpPr>
            <a:endCxn id="583" idx="2"/>
          </p:cNvCxnSpPr>
          <p:nvPr/>
        </p:nvCxnSpPr>
        <p:spPr>
          <a:xfrm rot="10800000">
            <a:off x="2242531" y="4403565"/>
            <a:ext cx="1800" cy="25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4" name="Google Shape;584;p31"/>
          <p:cNvCxnSpPr/>
          <p:nvPr/>
        </p:nvCxnSpPr>
        <p:spPr>
          <a:xfrm rot="10800000">
            <a:off x="2697718" y="4403584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5" name="Google Shape;585;p31"/>
          <p:cNvCxnSpPr/>
          <p:nvPr/>
        </p:nvCxnSpPr>
        <p:spPr>
          <a:xfrm rot="10800000">
            <a:off x="3167957" y="4403646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6" name="Google Shape;586;p31"/>
          <p:cNvCxnSpPr>
            <a:stCxn id="581" idx="0"/>
            <a:endCxn id="587" idx="2"/>
          </p:cNvCxnSpPr>
          <p:nvPr/>
        </p:nvCxnSpPr>
        <p:spPr>
          <a:xfrm rot="10800000">
            <a:off x="178347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1" name="Google Shape;581;p31"/>
          <p:cNvSpPr/>
          <p:nvPr/>
        </p:nvSpPr>
        <p:spPr>
          <a:xfrm>
            <a:off x="168132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168132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8" name="Google Shape;588;p31"/>
          <p:cNvCxnSpPr>
            <a:stCxn id="583" idx="0"/>
            <a:endCxn id="589" idx="2"/>
          </p:cNvCxnSpPr>
          <p:nvPr/>
        </p:nvCxnSpPr>
        <p:spPr>
          <a:xfrm rot="10800000">
            <a:off x="224253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3" name="Google Shape;583;p31"/>
          <p:cNvSpPr/>
          <p:nvPr/>
        </p:nvSpPr>
        <p:spPr>
          <a:xfrm>
            <a:off x="214038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214038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0" name="Google Shape;590;p31"/>
          <p:cNvCxnSpPr>
            <a:stCxn id="591" idx="0"/>
            <a:endCxn id="592" idx="2"/>
          </p:cNvCxnSpPr>
          <p:nvPr/>
        </p:nvCxnSpPr>
        <p:spPr>
          <a:xfrm rot="10800000">
            <a:off x="2702770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1" name="Google Shape;591;p31"/>
          <p:cNvSpPr/>
          <p:nvPr/>
        </p:nvSpPr>
        <p:spPr>
          <a:xfrm>
            <a:off x="2600620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2600620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3" name="Google Shape;593;p31"/>
          <p:cNvCxnSpPr>
            <a:stCxn id="594" idx="0"/>
            <a:endCxn id="595" idx="2"/>
          </p:cNvCxnSpPr>
          <p:nvPr/>
        </p:nvCxnSpPr>
        <p:spPr>
          <a:xfrm rot="10800000">
            <a:off x="3166144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4" name="Google Shape;594;p31"/>
          <p:cNvSpPr/>
          <p:nvPr/>
        </p:nvSpPr>
        <p:spPr>
          <a:xfrm>
            <a:off x="3063994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3063994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31"/>
          <p:cNvCxnSpPr/>
          <p:nvPr/>
        </p:nvCxnSpPr>
        <p:spPr>
          <a:xfrm>
            <a:off x="189391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p31"/>
          <p:cNvCxnSpPr/>
          <p:nvPr/>
        </p:nvCxnSpPr>
        <p:spPr>
          <a:xfrm>
            <a:off x="235415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p31"/>
          <p:cNvCxnSpPr/>
          <p:nvPr/>
        </p:nvCxnSpPr>
        <p:spPr>
          <a:xfrm>
            <a:off x="281321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9" name="Google Shape;599;p31"/>
          <p:cNvSpPr txBox="1"/>
          <p:nvPr/>
        </p:nvSpPr>
        <p:spPr>
          <a:xfrm>
            <a:off x="1689576" y="3976334"/>
            <a:ext cx="198300" cy="1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0" name="Google Shape;600;p31"/>
          <p:cNvSpPr txBox="1"/>
          <p:nvPr/>
        </p:nvSpPr>
        <p:spPr>
          <a:xfrm>
            <a:off x="2151138" y="3976334"/>
            <a:ext cx="201900" cy="17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1" name="Google Shape;601;p31"/>
          <p:cNvSpPr txBox="1"/>
          <p:nvPr/>
        </p:nvSpPr>
        <p:spPr>
          <a:xfrm>
            <a:off x="2607697" y="3976334"/>
            <a:ext cx="201900" cy="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2" name="Google Shape;602;p31"/>
          <p:cNvSpPr txBox="1"/>
          <p:nvPr/>
        </p:nvSpPr>
        <p:spPr>
          <a:xfrm>
            <a:off x="3067936" y="3976334"/>
            <a:ext cx="201900" cy="174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3" name="Google Shape;603;p31"/>
          <p:cNvSpPr txBox="1"/>
          <p:nvPr/>
        </p:nvSpPr>
        <p:spPr>
          <a:xfrm>
            <a:off x="1689576" y="3167321"/>
            <a:ext cx="2037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4" name="Google Shape;604;p31"/>
          <p:cNvSpPr txBox="1"/>
          <p:nvPr/>
        </p:nvSpPr>
        <p:spPr>
          <a:xfrm>
            <a:off x="2151138" y="3167321"/>
            <a:ext cx="2073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5" name="Google Shape;605;p31"/>
          <p:cNvSpPr txBox="1"/>
          <p:nvPr/>
        </p:nvSpPr>
        <p:spPr>
          <a:xfrm>
            <a:off x="2607697" y="3167321"/>
            <a:ext cx="207300" cy="174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6" name="Google Shape;606;p31"/>
          <p:cNvSpPr txBox="1"/>
          <p:nvPr/>
        </p:nvSpPr>
        <p:spPr>
          <a:xfrm>
            <a:off x="3067936" y="3167321"/>
            <a:ext cx="2073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7" name="Google Shape;607;p31"/>
          <p:cNvSpPr/>
          <p:nvPr/>
        </p:nvSpPr>
        <p:spPr>
          <a:xfrm>
            <a:off x="1217948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31"/>
          <p:cNvCxnSpPr/>
          <p:nvPr/>
        </p:nvCxnSpPr>
        <p:spPr>
          <a:xfrm>
            <a:off x="143485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9" name="Google Shape;609;p31"/>
          <p:cNvSpPr txBox="1"/>
          <p:nvPr/>
        </p:nvSpPr>
        <p:spPr>
          <a:xfrm>
            <a:off x="1217379" y="3162847"/>
            <a:ext cx="207300" cy="17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10" name="Google Shape;610;p31"/>
          <p:cNvCxnSpPr/>
          <p:nvPr/>
        </p:nvCxnSpPr>
        <p:spPr>
          <a:xfrm rot="10800000">
            <a:off x="1781946" y="2716688"/>
            <a:ext cx="15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1" name="Google Shape;611;p31"/>
          <p:cNvCxnSpPr/>
          <p:nvPr/>
        </p:nvCxnSpPr>
        <p:spPr>
          <a:xfrm rot="10800000">
            <a:off x="2242552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2" name="Google Shape;612;p31"/>
          <p:cNvCxnSpPr/>
          <p:nvPr/>
        </p:nvCxnSpPr>
        <p:spPr>
          <a:xfrm rot="10800000">
            <a:off x="2704608" y="2716623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3" name="Google Shape;613;p31"/>
          <p:cNvCxnSpPr/>
          <p:nvPr/>
        </p:nvCxnSpPr>
        <p:spPr>
          <a:xfrm rot="10800000">
            <a:off x="3166663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4" name="Google Shape;614;p31"/>
          <p:cNvCxnSpPr/>
          <p:nvPr/>
        </p:nvCxnSpPr>
        <p:spPr>
          <a:xfrm rot="10800000">
            <a:off x="3638197" y="4508950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5" name="Google Shape;615;p31"/>
          <p:cNvCxnSpPr>
            <a:stCxn id="616" idx="0"/>
            <a:endCxn id="617" idx="2"/>
          </p:cNvCxnSpPr>
          <p:nvPr/>
        </p:nvCxnSpPr>
        <p:spPr>
          <a:xfrm rot="10800000">
            <a:off x="3636320" y="367127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6" name="Google Shape;616;p31"/>
          <p:cNvSpPr/>
          <p:nvPr/>
        </p:nvSpPr>
        <p:spPr>
          <a:xfrm>
            <a:off x="3534170" y="3907970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3534170" y="3070327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31"/>
          <p:cNvCxnSpPr/>
          <p:nvPr/>
        </p:nvCxnSpPr>
        <p:spPr>
          <a:xfrm>
            <a:off x="3283393" y="3379506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9" name="Google Shape;619;p31"/>
          <p:cNvSpPr txBox="1"/>
          <p:nvPr/>
        </p:nvSpPr>
        <p:spPr>
          <a:xfrm>
            <a:off x="3538112" y="4081639"/>
            <a:ext cx="201900" cy="174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0" name="Google Shape;620;p31"/>
          <p:cNvSpPr txBox="1"/>
          <p:nvPr/>
        </p:nvSpPr>
        <p:spPr>
          <a:xfrm>
            <a:off x="3538112" y="3272625"/>
            <a:ext cx="207300" cy="174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21" name="Google Shape;621;p31"/>
          <p:cNvCxnSpPr/>
          <p:nvPr/>
        </p:nvCxnSpPr>
        <p:spPr>
          <a:xfrm rot="10800000">
            <a:off x="3636838" y="2821993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2" name="Google Shape;622;p31"/>
          <p:cNvCxnSpPr/>
          <p:nvPr/>
        </p:nvCxnSpPr>
        <p:spPr>
          <a:xfrm rot="10800000">
            <a:off x="4502108" y="443133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3" name="Google Shape;623;p31"/>
          <p:cNvCxnSpPr>
            <a:stCxn id="624" idx="0"/>
            <a:endCxn id="625" idx="2"/>
          </p:cNvCxnSpPr>
          <p:nvPr/>
        </p:nvCxnSpPr>
        <p:spPr>
          <a:xfrm rot="10800000">
            <a:off x="4500093" y="34826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4" name="Google Shape;624;p31"/>
          <p:cNvSpPr/>
          <p:nvPr/>
        </p:nvSpPr>
        <p:spPr>
          <a:xfrm>
            <a:off x="4388043" y="37508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4388043" y="28023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Google Shape;626;p31"/>
          <p:cNvCxnSpPr/>
          <p:nvPr/>
        </p:nvCxnSpPr>
        <p:spPr>
          <a:xfrm>
            <a:off x="3751081" y="337837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7" name="Google Shape;627;p31"/>
          <p:cNvSpPr txBox="1"/>
          <p:nvPr/>
        </p:nvSpPr>
        <p:spPr>
          <a:xfrm>
            <a:off x="4392365" y="394749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8" name="Google Shape;628;p31"/>
          <p:cNvSpPr txBox="1"/>
          <p:nvPr/>
        </p:nvSpPr>
        <p:spPr>
          <a:xfrm>
            <a:off x="4392365" y="303145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29" name="Google Shape;629;p31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0" name="Google Shape;630;p31"/>
          <p:cNvSpPr/>
          <p:nvPr/>
        </p:nvSpPr>
        <p:spPr>
          <a:xfrm>
            <a:off x="3283400" y="2226850"/>
            <a:ext cx="1739100" cy="25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1"/>
          <p:cNvSpPr txBox="1"/>
          <p:nvPr/>
        </p:nvSpPr>
        <p:spPr>
          <a:xfrm>
            <a:off x="1217942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2" name="Google Shape;632;p31"/>
          <p:cNvSpPr txBox="1"/>
          <p:nvPr/>
        </p:nvSpPr>
        <p:spPr>
          <a:xfrm>
            <a:off x="1684540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3" name="Google Shape;633;p31"/>
          <p:cNvSpPr txBox="1"/>
          <p:nvPr/>
        </p:nvSpPr>
        <p:spPr>
          <a:xfrm>
            <a:off x="2146121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4" name="Google Shape;634;p31"/>
          <p:cNvSpPr txBox="1"/>
          <p:nvPr/>
        </p:nvSpPr>
        <p:spPr>
          <a:xfrm>
            <a:off x="260505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5" name="Google Shape;635;p31"/>
          <p:cNvSpPr txBox="1"/>
          <p:nvPr/>
        </p:nvSpPr>
        <p:spPr>
          <a:xfrm>
            <a:off x="307158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6" name="Google Shape;636;p31"/>
          <p:cNvSpPr txBox="1"/>
          <p:nvPr/>
        </p:nvSpPr>
        <p:spPr>
          <a:xfrm>
            <a:off x="1689578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7" name="Google Shape;637;p31"/>
          <p:cNvSpPr txBox="1"/>
          <p:nvPr/>
        </p:nvSpPr>
        <p:spPr>
          <a:xfrm>
            <a:off x="2148641" y="3835187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8" name="Google Shape;638;p31"/>
          <p:cNvSpPr txBox="1"/>
          <p:nvPr/>
        </p:nvSpPr>
        <p:spPr>
          <a:xfrm>
            <a:off x="2606324" y="3835132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39" name="Google Shape;639;p31"/>
          <p:cNvSpPr txBox="1"/>
          <p:nvPr/>
        </p:nvSpPr>
        <p:spPr>
          <a:xfrm>
            <a:off x="3072226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40" name="Google Shape;640;p31"/>
          <p:cNvSpPr txBox="1"/>
          <p:nvPr/>
        </p:nvSpPr>
        <p:spPr>
          <a:xfrm>
            <a:off x="1850818" y="4650902"/>
            <a:ext cx="326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доброе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утро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4" name="Google Shape;644;p3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11450" y="706837"/>
            <a:ext cx="1422300" cy="4266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5" name="Google Shape;645;p31"/>
          <p:cNvCxnSpPr>
            <a:stCxn id="635" idx="3"/>
          </p:cNvCxnSpPr>
          <p:nvPr/>
        </p:nvCxnSpPr>
        <p:spPr>
          <a:xfrm rot="10800000" flipH="1">
            <a:off x="3326288" y="3167424"/>
            <a:ext cx="6525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51" name="Google Shape;651;p3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18350" y="633276"/>
            <a:ext cx="1872599" cy="441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3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34600" y="519185"/>
            <a:ext cx="2710988" cy="449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3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034901" y="519202"/>
            <a:ext cx="2711000" cy="449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1"/>
          <p:cNvSpPr txBox="1"/>
          <p:nvPr/>
        </p:nvSpPr>
        <p:spPr>
          <a:xfrm>
            <a:off x="7453668" y="1453776"/>
            <a:ext cx="1739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сгенерированные токены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56" name="Google Shape;656;p31"/>
          <p:cNvSpPr/>
          <p:nvPr/>
        </p:nvSpPr>
        <p:spPr>
          <a:xfrm>
            <a:off x="4781793" y="250116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5234151" y="251640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31"/>
          <p:cNvSpPr/>
          <p:nvPr/>
        </p:nvSpPr>
        <p:spPr>
          <a:xfrm>
            <a:off x="5664538" y="251640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03;p28">
            <a:extLst>
              <a:ext uri="{FF2B5EF4-FFF2-40B4-BE49-F238E27FC236}">
                <a16:creationId xmlns:a16="http://schemas.microsoft.com/office/drawing/2014/main" id="{E98AC5FC-8EBF-A294-FD0B-7CF261C432C4}"/>
              </a:ext>
            </a:extLst>
          </p:cNvPr>
          <p:cNvSpPr txBox="1"/>
          <p:nvPr/>
        </p:nvSpPr>
        <p:spPr>
          <a:xfrm>
            <a:off x="7453668" y="3820049"/>
            <a:ext cx="153334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Target 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404;p28">
            <a:extLst>
              <a:ext uri="{FF2B5EF4-FFF2-40B4-BE49-F238E27FC236}">
                <a16:creationId xmlns:a16="http://schemas.microsoft.com/office/drawing/2014/main" id="{D0D69FB8-25E2-544E-D893-2B88262118F7}"/>
              </a:ext>
            </a:extLst>
          </p:cNvPr>
          <p:cNvSpPr txBox="1"/>
          <p:nvPr/>
        </p:nvSpPr>
        <p:spPr>
          <a:xfrm>
            <a:off x="7453668" y="3011035"/>
            <a:ext cx="13698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 декодера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405;p28">
            <a:extLst>
              <a:ext uri="{FF2B5EF4-FFF2-40B4-BE49-F238E27FC236}">
                <a16:creationId xmlns:a16="http://schemas.microsoft.com/office/drawing/2014/main" id="{A0C9AE49-11E6-AEC9-1069-E93915AD4D63}"/>
              </a:ext>
            </a:extLst>
          </p:cNvPr>
          <p:cNvSpPr txBox="1"/>
          <p:nvPr/>
        </p:nvSpPr>
        <p:spPr>
          <a:xfrm>
            <a:off x="7453900" y="2364643"/>
            <a:ext cx="10773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FC слой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406;p28">
            <a:extLst>
              <a:ext uri="{FF2B5EF4-FFF2-40B4-BE49-F238E27FC236}">
                <a16:creationId xmlns:a16="http://schemas.microsoft.com/office/drawing/2014/main" id="{04C2CE1F-F829-1266-6043-E6CAB0C9EB67}"/>
              </a:ext>
            </a:extLst>
          </p:cNvPr>
          <p:cNvSpPr txBox="1"/>
          <p:nvPr/>
        </p:nvSpPr>
        <p:spPr>
          <a:xfrm>
            <a:off x="7453355" y="1976956"/>
            <a:ext cx="1041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408;p28">
            <a:extLst>
              <a:ext uri="{FF2B5EF4-FFF2-40B4-BE49-F238E27FC236}">
                <a16:creationId xmlns:a16="http://schemas.microsoft.com/office/drawing/2014/main" id="{11FEE346-2F26-F98A-774D-03C4C4A70DC6}"/>
              </a:ext>
            </a:extLst>
          </p:cNvPr>
          <p:cNvSpPr txBox="1"/>
          <p:nvPr/>
        </p:nvSpPr>
        <p:spPr>
          <a:xfrm>
            <a:off x="7453900" y="4431325"/>
            <a:ext cx="169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сгенерированные токены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254;p26">
            <a:extLst>
              <a:ext uri="{FF2B5EF4-FFF2-40B4-BE49-F238E27FC236}">
                <a16:creationId xmlns:a16="http://schemas.microsoft.com/office/drawing/2014/main" id="{0374FD7C-0370-5C3A-653E-F6C9C278DC13}"/>
              </a:ext>
            </a:extLst>
          </p:cNvPr>
          <p:cNvSpPr txBox="1"/>
          <p:nvPr/>
        </p:nvSpPr>
        <p:spPr>
          <a:xfrm>
            <a:off x="0" y="3874192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" name="Google Shape;255;p26">
            <a:extLst>
              <a:ext uri="{FF2B5EF4-FFF2-40B4-BE49-F238E27FC236}">
                <a16:creationId xmlns:a16="http://schemas.microsoft.com/office/drawing/2014/main" id="{7621BBBD-3A1A-79AA-8D58-3DAD27264A0E}"/>
              </a:ext>
            </a:extLst>
          </p:cNvPr>
          <p:cNvSpPr txBox="1"/>
          <p:nvPr/>
        </p:nvSpPr>
        <p:spPr>
          <a:xfrm>
            <a:off x="10602" y="3125066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" name="Google Shape;256;p26">
            <a:extLst>
              <a:ext uri="{FF2B5EF4-FFF2-40B4-BE49-F238E27FC236}">
                <a16:creationId xmlns:a16="http://schemas.microsoft.com/office/drawing/2014/main" id="{D1BFBE73-91E9-203C-DF5D-864FCAB2D3DF}"/>
              </a:ext>
            </a:extLst>
          </p:cNvPr>
          <p:cNvSpPr txBox="1"/>
          <p:nvPr/>
        </p:nvSpPr>
        <p:spPr>
          <a:xfrm>
            <a:off x="0" y="4628222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D4125-F9FE-02D5-3694-D8042577C2A5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379;p44">
            <a:extLst>
              <a:ext uri="{FF2B5EF4-FFF2-40B4-BE49-F238E27FC236}">
                <a16:creationId xmlns:a16="http://schemas.microsoft.com/office/drawing/2014/main" id="{0EF7F95A-12BA-E2EB-FCB1-D7AC6F54DDA5}"/>
              </a:ext>
            </a:extLst>
          </p:cNvPr>
          <p:cNvSpPr txBox="1"/>
          <p:nvPr/>
        </p:nvSpPr>
        <p:spPr>
          <a:xfrm>
            <a:off x="3324455" y="2822563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2"/>
          <p:cNvSpPr txBox="1"/>
          <p:nvPr/>
        </p:nvSpPr>
        <p:spPr>
          <a:xfrm>
            <a:off x="1460343" y="4650846"/>
            <a:ext cx="64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4" name="Google Shape;664;p32"/>
          <p:cNvCxnSpPr>
            <a:stCxn id="663" idx="0"/>
            <a:endCxn id="665" idx="2"/>
          </p:cNvCxnSpPr>
          <p:nvPr/>
        </p:nvCxnSpPr>
        <p:spPr>
          <a:xfrm rot="10800000">
            <a:off x="1783593" y="4403646"/>
            <a:ext cx="12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6" name="Google Shape;666;p32"/>
          <p:cNvCxnSpPr>
            <a:endCxn id="667" idx="2"/>
          </p:cNvCxnSpPr>
          <p:nvPr/>
        </p:nvCxnSpPr>
        <p:spPr>
          <a:xfrm rot="10800000">
            <a:off x="2242531" y="4403565"/>
            <a:ext cx="1800" cy="25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8" name="Google Shape;668;p32"/>
          <p:cNvCxnSpPr/>
          <p:nvPr/>
        </p:nvCxnSpPr>
        <p:spPr>
          <a:xfrm rot="10800000">
            <a:off x="2697718" y="4403584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9" name="Google Shape;669;p32"/>
          <p:cNvCxnSpPr/>
          <p:nvPr/>
        </p:nvCxnSpPr>
        <p:spPr>
          <a:xfrm rot="10800000">
            <a:off x="3167957" y="4403646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0" name="Google Shape;670;p32"/>
          <p:cNvCxnSpPr>
            <a:stCxn id="665" idx="0"/>
            <a:endCxn id="671" idx="2"/>
          </p:cNvCxnSpPr>
          <p:nvPr/>
        </p:nvCxnSpPr>
        <p:spPr>
          <a:xfrm rot="10800000">
            <a:off x="178347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5" name="Google Shape;665;p32"/>
          <p:cNvSpPr/>
          <p:nvPr/>
        </p:nvSpPr>
        <p:spPr>
          <a:xfrm>
            <a:off x="168132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168132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2" name="Google Shape;672;p32"/>
          <p:cNvCxnSpPr>
            <a:stCxn id="667" idx="0"/>
            <a:endCxn id="673" idx="2"/>
          </p:cNvCxnSpPr>
          <p:nvPr/>
        </p:nvCxnSpPr>
        <p:spPr>
          <a:xfrm rot="10800000">
            <a:off x="2242531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7" name="Google Shape;667;p32"/>
          <p:cNvSpPr/>
          <p:nvPr/>
        </p:nvSpPr>
        <p:spPr>
          <a:xfrm>
            <a:off x="2140381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2140381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4" name="Google Shape;674;p32"/>
          <p:cNvCxnSpPr>
            <a:stCxn id="675" idx="0"/>
            <a:endCxn id="676" idx="2"/>
          </p:cNvCxnSpPr>
          <p:nvPr/>
        </p:nvCxnSpPr>
        <p:spPr>
          <a:xfrm rot="10800000">
            <a:off x="2702770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5" name="Google Shape;675;p32"/>
          <p:cNvSpPr/>
          <p:nvPr/>
        </p:nvSpPr>
        <p:spPr>
          <a:xfrm>
            <a:off x="2600620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2600620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32"/>
          <p:cNvCxnSpPr>
            <a:stCxn id="678" idx="0"/>
            <a:endCxn id="679" idx="2"/>
          </p:cNvCxnSpPr>
          <p:nvPr/>
        </p:nvCxnSpPr>
        <p:spPr>
          <a:xfrm rot="10800000">
            <a:off x="3166144" y="3565965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8" name="Google Shape;678;p32"/>
          <p:cNvSpPr/>
          <p:nvPr/>
        </p:nvSpPr>
        <p:spPr>
          <a:xfrm>
            <a:off x="3063994" y="3802665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3063994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32"/>
          <p:cNvCxnSpPr/>
          <p:nvPr/>
        </p:nvCxnSpPr>
        <p:spPr>
          <a:xfrm>
            <a:off x="189391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1" name="Google Shape;681;p32"/>
          <p:cNvCxnSpPr/>
          <p:nvPr/>
        </p:nvCxnSpPr>
        <p:spPr>
          <a:xfrm>
            <a:off x="235415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2" name="Google Shape;682;p32"/>
          <p:cNvCxnSpPr/>
          <p:nvPr/>
        </p:nvCxnSpPr>
        <p:spPr>
          <a:xfrm>
            <a:off x="2813217" y="327420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3" name="Google Shape;683;p32"/>
          <p:cNvSpPr txBox="1"/>
          <p:nvPr/>
        </p:nvSpPr>
        <p:spPr>
          <a:xfrm>
            <a:off x="1689576" y="3976334"/>
            <a:ext cx="198300" cy="1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4" name="Google Shape;684;p32"/>
          <p:cNvSpPr txBox="1"/>
          <p:nvPr/>
        </p:nvSpPr>
        <p:spPr>
          <a:xfrm>
            <a:off x="2151138" y="3976334"/>
            <a:ext cx="201900" cy="174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5" name="Google Shape;685;p32"/>
          <p:cNvSpPr txBox="1"/>
          <p:nvPr/>
        </p:nvSpPr>
        <p:spPr>
          <a:xfrm>
            <a:off x="2607697" y="3976334"/>
            <a:ext cx="201900" cy="174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6" name="Google Shape;686;p32"/>
          <p:cNvSpPr txBox="1"/>
          <p:nvPr/>
        </p:nvSpPr>
        <p:spPr>
          <a:xfrm>
            <a:off x="3067936" y="3976334"/>
            <a:ext cx="201900" cy="174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7" name="Google Shape;687;p32"/>
          <p:cNvSpPr txBox="1"/>
          <p:nvPr/>
        </p:nvSpPr>
        <p:spPr>
          <a:xfrm>
            <a:off x="1689576" y="3167321"/>
            <a:ext cx="2037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8" name="Google Shape;688;p32"/>
          <p:cNvSpPr txBox="1"/>
          <p:nvPr/>
        </p:nvSpPr>
        <p:spPr>
          <a:xfrm>
            <a:off x="2151138" y="3167321"/>
            <a:ext cx="2073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9" name="Google Shape;689;p32"/>
          <p:cNvSpPr txBox="1"/>
          <p:nvPr/>
        </p:nvSpPr>
        <p:spPr>
          <a:xfrm>
            <a:off x="2607697" y="3167321"/>
            <a:ext cx="207300" cy="174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0" name="Google Shape;690;p32"/>
          <p:cNvSpPr txBox="1"/>
          <p:nvPr/>
        </p:nvSpPr>
        <p:spPr>
          <a:xfrm>
            <a:off x="3067936" y="3167321"/>
            <a:ext cx="2073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1" name="Google Shape;691;p32"/>
          <p:cNvSpPr/>
          <p:nvPr/>
        </p:nvSpPr>
        <p:spPr>
          <a:xfrm>
            <a:off x="1217948" y="2965023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2" name="Google Shape;692;p32"/>
          <p:cNvCxnSpPr/>
          <p:nvPr/>
        </p:nvCxnSpPr>
        <p:spPr>
          <a:xfrm>
            <a:off x="1434858" y="3265474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3" name="Google Shape;693;p32"/>
          <p:cNvSpPr txBox="1"/>
          <p:nvPr/>
        </p:nvSpPr>
        <p:spPr>
          <a:xfrm>
            <a:off x="1217379" y="3162847"/>
            <a:ext cx="207300" cy="17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94" name="Google Shape;694;p32"/>
          <p:cNvCxnSpPr/>
          <p:nvPr/>
        </p:nvCxnSpPr>
        <p:spPr>
          <a:xfrm rot="10800000">
            <a:off x="1781946" y="2716688"/>
            <a:ext cx="150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5" name="Google Shape;695;p32"/>
          <p:cNvCxnSpPr/>
          <p:nvPr/>
        </p:nvCxnSpPr>
        <p:spPr>
          <a:xfrm rot="10800000">
            <a:off x="2242552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6" name="Google Shape;696;p32"/>
          <p:cNvCxnSpPr/>
          <p:nvPr/>
        </p:nvCxnSpPr>
        <p:spPr>
          <a:xfrm rot="10800000">
            <a:off x="2704608" y="2716623"/>
            <a:ext cx="0" cy="24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7" name="Google Shape;697;p32"/>
          <p:cNvCxnSpPr/>
          <p:nvPr/>
        </p:nvCxnSpPr>
        <p:spPr>
          <a:xfrm rot="10800000">
            <a:off x="3166663" y="2716688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8" name="Google Shape;698;p32"/>
          <p:cNvCxnSpPr/>
          <p:nvPr/>
        </p:nvCxnSpPr>
        <p:spPr>
          <a:xfrm rot="10800000">
            <a:off x="3638197" y="4508950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9" name="Google Shape;699;p32"/>
          <p:cNvCxnSpPr>
            <a:stCxn id="700" idx="0"/>
            <a:endCxn id="701" idx="2"/>
          </p:cNvCxnSpPr>
          <p:nvPr/>
        </p:nvCxnSpPr>
        <p:spPr>
          <a:xfrm rot="10800000">
            <a:off x="3636320" y="367127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00" name="Google Shape;700;p32"/>
          <p:cNvSpPr/>
          <p:nvPr/>
        </p:nvSpPr>
        <p:spPr>
          <a:xfrm>
            <a:off x="3534170" y="3907970"/>
            <a:ext cx="204300" cy="6009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/>
          <p:nvPr/>
        </p:nvSpPr>
        <p:spPr>
          <a:xfrm>
            <a:off x="3534170" y="3070327"/>
            <a:ext cx="204300" cy="6009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32"/>
          <p:cNvCxnSpPr/>
          <p:nvPr/>
        </p:nvCxnSpPr>
        <p:spPr>
          <a:xfrm>
            <a:off x="3283393" y="3379506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03" name="Google Shape;703;p32"/>
          <p:cNvSpPr txBox="1"/>
          <p:nvPr/>
        </p:nvSpPr>
        <p:spPr>
          <a:xfrm>
            <a:off x="3538112" y="4081639"/>
            <a:ext cx="201900" cy="174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4" name="Google Shape;704;p32"/>
          <p:cNvSpPr txBox="1"/>
          <p:nvPr/>
        </p:nvSpPr>
        <p:spPr>
          <a:xfrm>
            <a:off x="3538112" y="3272625"/>
            <a:ext cx="207300" cy="174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05" name="Google Shape;705;p32"/>
          <p:cNvCxnSpPr/>
          <p:nvPr/>
        </p:nvCxnSpPr>
        <p:spPr>
          <a:xfrm rot="10800000">
            <a:off x="3636838" y="2821993"/>
            <a:ext cx="0" cy="24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6" name="Google Shape;706;p32"/>
          <p:cNvCxnSpPr/>
          <p:nvPr/>
        </p:nvCxnSpPr>
        <p:spPr>
          <a:xfrm rot="10800000">
            <a:off x="4502108" y="443133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7" name="Google Shape;707;p32"/>
          <p:cNvCxnSpPr>
            <a:stCxn id="708" idx="0"/>
            <a:endCxn id="709" idx="2"/>
          </p:cNvCxnSpPr>
          <p:nvPr/>
        </p:nvCxnSpPr>
        <p:spPr>
          <a:xfrm rot="10800000">
            <a:off x="4500093" y="34826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08" name="Google Shape;708;p32"/>
          <p:cNvSpPr/>
          <p:nvPr/>
        </p:nvSpPr>
        <p:spPr>
          <a:xfrm>
            <a:off x="4388043" y="37508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4388043" y="28023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0" name="Google Shape;710;p32"/>
          <p:cNvCxnSpPr/>
          <p:nvPr/>
        </p:nvCxnSpPr>
        <p:spPr>
          <a:xfrm>
            <a:off x="3751081" y="3378372"/>
            <a:ext cx="254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11" name="Google Shape;711;p32"/>
          <p:cNvSpPr txBox="1"/>
          <p:nvPr/>
        </p:nvSpPr>
        <p:spPr>
          <a:xfrm>
            <a:off x="4392365" y="394749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2" name="Google Shape;712;p32"/>
          <p:cNvSpPr txBox="1"/>
          <p:nvPr/>
        </p:nvSpPr>
        <p:spPr>
          <a:xfrm>
            <a:off x="4392365" y="303145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13" name="Google Shape;713;p32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14" name="Google Shape;714;p32"/>
          <p:cNvSpPr/>
          <p:nvPr/>
        </p:nvSpPr>
        <p:spPr>
          <a:xfrm>
            <a:off x="3283400" y="2226850"/>
            <a:ext cx="1739100" cy="25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32"/>
          <p:cNvSpPr txBox="1"/>
          <p:nvPr/>
        </p:nvSpPr>
        <p:spPr>
          <a:xfrm>
            <a:off x="1217942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1684540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17" name="Google Shape;717;p32"/>
          <p:cNvSpPr txBox="1"/>
          <p:nvPr/>
        </p:nvSpPr>
        <p:spPr>
          <a:xfrm>
            <a:off x="2146121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18" name="Google Shape;718;p32"/>
          <p:cNvSpPr txBox="1"/>
          <p:nvPr/>
        </p:nvSpPr>
        <p:spPr>
          <a:xfrm>
            <a:off x="260505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19" name="Google Shape;719;p32"/>
          <p:cNvSpPr txBox="1"/>
          <p:nvPr/>
        </p:nvSpPr>
        <p:spPr>
          <a:xfrm>
            <a:off x="3071588" y="2998674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20" name="Google Shape;720;p32"/>
          <p:cNvSpPr txBox="1"/>
          <p:nvPr/>
        </p:nvSpPr>
        <p:spPr>
          <a:xfrm>
            <a:off x="1689578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21" name="Google Shape;721;p32"/>
          <p:cNvSpPr txBox="1"/>
          <p:nvPr/>
        </p:nvSpPr>
        <p:spPr>
          <a:xfrm>
            <a:off x="2148641" y="3835187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22" name="Google Shape;722;p32"/>
          <p:cNvSpPr txBox="1"/>
          <p:nvPr/>
        </p:nvSpPr>
        <p:spPr>
          <a:xfrm>
            <a:off x="2606324" y="3835132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23" name="Google Shape;723;p32"/>
          <p:cNvSpPr txBox="1"/>
          <p:nvPr/>
        </p:nvSpPr>
        <p:spPr>
          <a:xfrm>
            <a:off x="3072226" y="3835210"/>
            <a:ext cx="25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24" name="Google Shape;724;p32"/>
          <p:cNvSpPr txBox="1"/>
          <p:nvPr/>
        </p:nvSpPr>
        <p:spPr>
          <a:xfrm>
            <a:off x="1850818" y="4650902"/>
            <a:ext cx="326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доброе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утро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8" name="Google Shape;728;p3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11450" y="706837"/>
            <a:ext cx="1422300" cy="4266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9" name="Google Shape;729;p32"/>
          <p:cNvCxnSpPr>
            <a:stCxn id="719" idx="3"/>
          </p:cNvCxnSpPr>
          <p:nvPr/>
        </p:nvCxnSpPr>
        <p:spPr>
          <a:xfrm rot="10800000" flipH="1">
            <a:off x="3326288" y="3167424"/>
            <a:ext cx="6525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35" name="Google Shape;735;p3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18350" y="633276"/>
            <a:ext cx="1872599" cy="441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34600" y="519185"/>
            <a:ext cx="2710988" cy="449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3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034901" y="519202"/>
            <a:ext cx="2711000" cy="449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32"/>
          <p:cNvSpPr txBox="1"/>
          <p:nvPr/>
        </p:nvSpPr>
        <p:spPr>
          <a:xfrm>
            <a:off x="525350" y="592700"/>
            <a:ext cx="3501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Такая архитектура модели называется </a:t>
            </a:r>
            <a:r>
              <a:rPr lang="en" sz="18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Seq2Seq</a:t>
            </a:r>
            <a:r>
              <a:rPr lang="en" sz="18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(sequence-to-sequence)</a:t>
            </a:r>
            <a:endParaRPr sz="18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4781793" y="250116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5234151" y="251640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5653108" y="251007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55;p31">
            <a:extLst>
              <a:ext uri="{FF2B5EF4-FFF2-40B4-BE49-F238E27FC236}">
                <a16:creationId xmlns:a16="http://schemas.microsoft.com/office/drawing/2014/main" id="{6BEB02BC-9837-A34B-45D4-9AC801A1B559}"/>
              </a:ext>
            </a:extLst>
          </p:cNvPr>
          <p:cNvSpPr txBox="1"/>
          <p:nvPr/>
        </p:nvSpPr>
        <p:spPr>
          <a:xfrm>
            <a:off x="7453668" y="1453776"/>
            <a:ext cx="1739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сгенерированные токены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403;p28">
            <a:extLst>
              <a:ext uri="{FF2B5EF4-FFF2-40B4-BE49-F238E27FC236}">
                <a16:creationId xmlns:a16="http://schemas.microsoft.com/office/drawing/2014/main" id="{8FBBCA27-687A-A9AA-6E32-FD5DA3ADAF1F}"/>
              </a:ext>
            </a:extLst>
          </p:cNvPr>
          <p:cNvSpPr txBox="1"/>
          <p:nvPr/>
        </p:nvSpPr>
        <p:spPr>
          <a:xfrm>
            <a:off x="7453668" y="3820049"/>
            <a:ext cx="153334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Target 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404;p28">
            <a:extLst>
              <a:ext uri="{FF2B5EF4-FFF2-40B4-BE49-F238E27FC236}">
                <a16:creationId xmlns:a16="http://schemas.microsoft.com/office/drawing/2014/main" id="{4D5A4D3E-02DB-877E-EDCB-76E16D288315}"/>
              </a:ext>
            </a:extLst>
          </p:cNvPr>
          <p:cNvSpPr txBox="1"/>
          <p:nvPr/>
        </p:nvSpPr>
        <p:spPr>
          <a:xfrm>
            <a:off x="7453668" y="3011035"/>
            <a:ext cx="13698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 декодера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405;p28">
            <a:extLst>
              <a:ext uri="{FF2B5EF4-FFF2-40B4-BE49-F238E27FC236}">
                <a16:creationId xmlns:a16="http://schemas.microsoft.com/office/drawing/2014/main" id="{DE72A7A9-A30A-124B-F514-2FEF2BBCF948}"/>
              </a:ext>
            </a:extLst>
          </p:cNvPr>
          <p:cNvSpPr txBox="1"/>
          <p:nvPr/>
        </p:nvSpPr>
        <p:spPr>
          <a:xfrm>
            <a:off x="7453900" y="2364643"/>
            <a:ext cx="10773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FC слой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Google Shape;406;p28">
            <a:extLst>
              <a:ext uri="{FF2B5EF4-FFF2-40B4-BE49-F238E27FC236}">
                <a16:creationId xmlns:a16="http://schemas.microsoft.com/office/drawing/2014/main" id="{50561AD9-39E7-D9F7-06B1-992184199040}"/>
              </a:ext>
            </a:extLst>
          </p:cNvPr>
          <p:cNvSpPr txBox="1"/>
          <p:nvPr/>
        </p:nvSpPr>
        <p:spPr>
          <a:xfrm>
            <a:off x="7453355" y="1976956"/>
            <a:ext cx="1041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408;p28">
            <a:extLst>
              <a:ext uri="{FF2B5EF4-FFF2-40B4-BE49-F238E27FC236}">
                <a16:creationId xmlns:a16="http://schemas.microsoft.com/office/drawing/2014/main" id="{7DD35F26-7C1F-6327-B50D-DA32FE2EF251}"/>
              </a:ext>
            </a:extLst>
          </p:cNvPr>
          <p:cNvSpPr txBox="1"/>
          <p:nvPr/>
        </p:nvSpPr>
        <p:spPr>
          <a:xfrm>
            <a:off x="7453900" y="4431325"/>
            <a:ext cx="169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сгенерированные токены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254;p26">
            <a:extLst>
              <a:ext uri="{FF2B5EF4-FFF2-40B4-BE49-F238E27FC236}">
                <a16:creationId xmlns:a16="http://schemas.microsoft.com/office/drawing/2014/main" id="{8F3FC954-CCDF-8509-C2ED-73BBDFCE7D85}"/>
              </a:ext>
            </a:extLst>
          </p:cNvPr>
          <p:cNvSpPr txBox="1"/>
          <p:nvPr/>
        </p:nvSpPr>
        <p:spPr>
          <a:xfrm>
            <a:off x="0" y="3874192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" name="Google Shape;255;p26">
            <a:extLst>
              <a:ext uri="{FF2B5EF4-FFF2-40B4-BE49-F238E27FC236}">
                <a16:creationId xmlns:a16="http://schemas.microsoft.com/office/drawing/2014/main" id="{237BB2A9-3E25-3328-8B1F-22954F29C313}"/>
              </a:ext>
            </a:extLst>
          </p:cNvPr>
          <p:cNvSpPr txBox="1"/>
          <p:nvPr/>
        </p:nvSpPr>
        <p:spPr>
          <a:xfrm>
            <a:off x="10602" y="3125066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" name="Google Shape;256;p26">
            <a:extLst>
              <a:ext uri="{FF2B5EF4-FFF2-40B4-BE49-F238E27FC236}">
                <a16:creationId xmlns:a16="http://schemas.microsoft.com/office/drawing/2014/main" id="{CFF141CA-A092-2DB5-30E2-E2B042547C00}"/>
              </a:ext>
            </a:extLst>
          </p:cNvPr>
          <p:cNvSpPr txBox="1"/>
          <p:nvPr/>
        </p:nvSpPr>
        <p:spPr>
          <a:xfrm>
            <a:off x="0" y="4628222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09950-3C7C-D31B-4514-2BC603C08814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379;p44">
            <a:extLst>
              <a:ext uri="{FF2B5EF4-FFF2-40B4-BE49-F238E27FC236}">
                <a16:creationId xmlns:a16="http://schemas.microsoft.com/office/drawing/2014/main" id="{030E946C-0D55-D2BC-10F3-A86216435287}"/>
              </a:ext>
            </a:extLst>
          </p:cNvPr>
          <p:cNvSpPr txBox="1"/>
          <p:nvPr/>
        </p:nvSpPr>
        <p:spPr>
          <a:xfrm>
            <a:off x="3324455" y="2822563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Обучение модели перевода</a:t>
            </a:r>
            <a:endParaRPr/>
          </a:p>
        </p:txBody>
      </p:sp>
      <p:sp>
        <p:nvSpPr>
          <p:cNvPr id="749" name="Google Shape;749;p33"/>
          <p:cNvSpPr txBox="1">
            <a:spLocks noGrp="1"/>
          </p:cNvSpPr>
          <p:nvPr>
            <p:ph type="body" idx="1"/>
          </p:nvPr>
        </p:nvSpPr>
        <p:spPr>
          <a:xfrm>
            <a:off x="311699" y="1190025"/>
            <a:ext cx="760640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Чтобы обучить нашу модель, нам нужны данные.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Данные для задачи машинного перевода —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это корпус параллельных текстов, т.е. набор пар вида: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(source_sentence, target_sentence)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(доброе утро, good morning)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03D90-BF5C-3FE8-AA14-74C0C03A66E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Обучение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модели</a:t>
            </a:r>
            <a:endParaRPr dirty="0"/>
          </a:p>
        </p:txBody>
      </p:sp>
      <p:sp>
        <p:nvSpPr>
          <p:cNvPr id="755" name="Google Shape;755;p34"/>
          <p:cNvSpPr txBox="1"/>
          <p:nvPr/>
        </p:nvSpPr>
        <p:spPr>
          <a:xfrm>
            <a:off x="1592468" y="4666974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4"/>
          <p:cNvSpPr txBox="1"/>
          <p:nvPr/>
        </p:nvSpPr>
        <p:spPr>
          <a:xfrm>
            <a:off x="2073550" y="4668263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доброе утро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34"/>
          <p:cNvCxnSpPr>
            <a:stCxn id="755" idx="0"/>
            <a:endCxn id="758" idx="2"/>
          </p:cNvCxnSpPr>
          <p:nvPr/>
        </p:nvCxnSpPr>
        <p:spPr>
          <a:xfrm rot="10800000">
            <a:off x="1946768" y="4387074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9" name="Google Shape;759;p34"/>
          <p:cNvCxnSpPr>
            <a:endCxn id="760" idx="2"/>
          </p:cNvCxnSpPr>
          <p:nvPr/>
        </p:nvCxnSpPr>
        <p:spPr>
          <a:xfrm rot="10800000">
            <a:off x="2450180" y="4386988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1" name="Google Shape;761;p34"/>
          <p:cNvCxnSpPr/>
          <p:nvPr/>
        </p:nvCxnSpPr>
        <p:spPr>
          <a:xfrm rot="10800000">
            <a:off x="2949251" y="4386863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2" name="Google Shape;762;p34"/>
          <p:cNvCxnSpPr/>
          <p:nvPr/>
        </p:nvCxnSpPr>
        <p:spPr>
          <a:xfrm rot="10800000">
            <a:off x="3464869" y="4387074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3" name="Google Shape;763;p34"/>
          <p:cNvCxnSpPr>
            <a:stCxn id="758" idx="0"/>
            <a:endCxn id="764" idx="2"/>
          </p:cNvCxnSpPr>
          <p:nvPr/>
        </p:nvCxnSpPr>
        <p:spPr>
          <a:xfrm rot="10800000">
            <a:off x="1946820" y="3438388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8" name="Google Shape;758;p34"/>
          <p:cNvSpPr/>
          <p:nvPr/>
        </p:nvSpPr>
        <p:spPr>
          <a:xfrm>
            <a:off x="1834770" y="3706588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4"/>
          <p:cNvSpPr/>
          <p:nvPr/>
        </p:nvSpPr>
        <p:spPr>
          <a:xfrm>
            <a:off x="1834770" y="2758135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5" name="Google Shape;765;p34"/>
          <p:cNvCxnSpPr>
            <a:stCxn id="760" idx="0"/>
            <a:endCxn id="766" idx="2"/>
          </p:cNvCxnSpPr>
          <p:nvPr/>
        </p:nvCxnSpPr>
        <p:spPr>
          <a:xfrm rot="10800000">
            <a:off x="2450180" y="3438388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0" name="Google Shape;760;p34"/>
          <p:cNvSpPr/>
          <p:nvPr/>
        </p:nvSpPr>
        <p:spPr>
          <a:xfrm>
            <a:off x="2338130" y="3706588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/>
          <p:nvPr/>
        </p:nvSpPr>
        <p:spPr>
          <a:xfrm>
            <a:off x="2338130" y="2758135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7" name="Google Shape;767;p34"/>
          <p:cNvCxnSpPr>
            <a:stCxn id="768" idx="0"/>
            <a:endCxn id="769" idx="2"/>
          </p:cNvCxnSpPr>
          <p:nvPr/>
        </p:nvCxnSpPr>
        <p:spPr>
          <a:xfrm rot="10800000">
            <a:off x="2954833" y="3438388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8" name="Google Shape;768;p34"/>
          <p:cNvSpPr/>
          <p:nvPr/>
        </p:nvSpPr>
        <p:spPr>
          <a:xfrm>
            <a:off x="2842783" y="3706588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4"/>
          <p:cNvSpPr/>
          <p:nvPr/>
        </p:nvSpPr>
        <p:spPr>
          <a:xfrm>
            <a:off x="2842783" y="2758135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0" name="Google Shape;770;p34"/>
          <p:cNvCxnSpPr>
            <a:stCxn id="771" idx="0"/>
            <a:endCxn id="772" idx="2"/>
          </p:cNvCxnSpPr>
          <p:nvPr/>
        </p:nvCxnSpPr>
        <p:spPr>
          <a:xfrm rot="10800000">
            <a:off x="3462924" y="3438388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1" name="Google Shape;771;p34"/>
          <p:cNvSpPr/>
          <p:nvPr/>
        </p:nvSpPr>
        <p:spPr>
          <a:xfrm>
            <a:off x="3350874" y="3706588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3350874" y="2758135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3" name="Google Shape;773;p34"/>
          <p:cNvCxnSpPr/>
          <p:nvPr/>
        </p:nvCxnSpPr>
        <p:spPr>
          <a:xfrm>
            <a:off x="2067883" y="3098333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4" name="Google Shape;774;p34"/>
          <p:cNvCxnSpPr/>
          <p:nvPr/>
        </p:nvCxnSpPr>
        <p:spPr>
          <a:xfrm>
            <a:off x="2572536" y="310821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5" name="Google Shape;775;p34"/>
          <p:cNvCxnSpPr/>
          <p:nvPr/>
        </p:nvCxnSpPr>
        <p:spPr>
          <a:xfrm>
            <a:off x="3075896" y="310821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6" name="Google Shape;776;p34"/>
          <p:cNvSpPr txBox="1"/>
          <p:nvPr/>
        </p:nvSpPr>
        <p:spPr>
          <a:xfrm>
            <a:off x="1843823" y="3903232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7" name="Google Shape;777;p34"/>
          <p:cNvSpPr txBox="1"/>
          <p:nvPr/>
        </p:nvSpPr>
        <p:spPr>
          <a:xfrm>
            <a:off x="2349925" y="3903232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8" name="Google Shape;778;p34"/>
          <p:cNvSpPr txBox="1"/>
          <p:nvPr/>
        </p:nvSpPr>
        <p:spPr>
          <a:xfrm>
            <a:off x="2850543" y="3903232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9" name="Google Shape;779;p34"/>
          <p:cNvSpPr txBox="1"/>
          <p:nvPr/>
        </p:nvSpPr>
        <p:spPr>
          <a:xfrm>
            <a:off x="3355196" y="3903232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0" name="Google Shape;780;p34"/>
          <p:cNvSpPr txBox="1"/>
          <p:nvPr/>
        </p:nvSpPr>
        <p:spPr>
          <a:xfrm>
            <a:off x="1843823" y="2987194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1" name="Google Shape;781;p34"/>
          <p:cNvSpPr txBox="1"/>
          <p:nvPr/>
        </p:nvSpPr>
        <p:spPr>
          <a:xfrm>
            <a:off x="2349925" y="2987194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2" name="Google Shape;782;p34"/>
          <p:cNvSpPr txBox="1"/>
          <p:nvPr/>
        </p:nvSpPr>
        <p:spPr>
          <a:xfrm>
            <a:off x="2850543" y="2987194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3" name="Google Shape;783;p34"/>
          <p:cNvSpPr txBox="1"/>
          <p:nvPr/>
        </p:nvSpPr>
        <p:spPr>
          <a:xfrm>
            <a:off x="3355196" y="2987194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4" name="Google Shape;784;p34"/>
          <p:cNvSpPr/>
          <p:nvPr/>
        </p:nvSpPr>
        <p:spPr>
          <a:xfrm>
            <a:off x="1326681" y="2758135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5" name="Google Shape;785;p34"/>
          <p:cNvCxnSpPr/>
          <p:nvPr/>
        </p:nvCxnSpPr>
        <p:spPr>
          <a:xfrm>
            <a:off x="1564523" y="3098333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86" name="Google Shape;786;p34"/>
          <p:cNvSpPr txBox="1"/>
          <p:nvPr/>
        </p:nvSpPr>
        <p:spPr>
          <a:xfrm>
            <a:off x="1326057" y="2982129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87" name="Google Shape;787;p34"/>
          <p:cNvCxnSpPr/>
          <p:nvPr/>
        </p:nvCxnSpPr>
        <p:spPr>
          <a:xfrm rot="10800000">
            <a:off x="1945250" y="2476950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8" name="Google Shape;788;p34"/>
          <p:cNvCxnSpPr/>
          <p:nvPr/>
        </p:nvCxnSpPr>
        <p:spPr>
          <a:xfrm rot="10800000">
            <a:off x="2450161" y="2476950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9" name="Google Shape;789;p34"/>
          <p:cNvCxnSpPr/>
          <p:nvPr/>
        </p:nvCxnSpPr>
        <p:spPr>
          <a:xfrm rot="10800000">
            <a:off x="2956806" y="247673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0" name="Google Shape;790;p34"/>
          <p:cNvCxnSpPr/>
          <p:nvPr/>
        </p:nvCxnSpPr>
        <p:spPr>
          <a:xfrm rot="10800000">
            <a:off x="3463450" y="2476950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1" name="Google Shape;791;p34"/>
          <p:cNvCxnSpPr/>
          <p:nvPr/>
        </p:nvCxnSpPr>
        <p:spPr>
          <a:xfrm rot="10800000">
            <a:off x="3980488" y="4382009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2" name="Google Shape;792;p34"/>
          <p:cNvCxnSpPr>
            <a:stCxn id="793" idx="0"/>
            <a:endCxn id="794" idx="2"/>
          </p:cNvCxnSpPr>
          <p:nvPr/>
        </p:nvCxnSpPr>
        <p:spPr>
          <a:xfrm rot="10800000">
            <a:off x="3978472" y="3433323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3" name="Google Shape;793;p34"/>
          <p:cNvSpPr/>
          <p:nvPr/>
        </p:nvSpPr>
        <p:spPr>
          <a:xfrm>
            <a:off x="3866422" y="3701523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4"/>
          <p:cNvSpPr/>
          <p:nvPr/>
        </p:nvSpPr>
        <p:spPr>
          <a:xfrm>
            <a:off x="3866422" y="2753070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5" name="Google Shape;795;p34"/>
          <p:cNvCxnSpPr/>
          <p:nvPr/>
        </p:nvCxnSpPr>
        <p:spPr>
          <a:xfrm>
            <a:off x="3591445" y="3103150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6" name="Google Shape;796;p34"/>
          <p:cNvSpPr txBox="1"/>
          <p:nvPr/>
        </p:nvSpPr>
        <p:spPr>
          <a:xfrm>
            <a:off x="3870744" y="3898167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7" name="Google Shape;797;p34"/>
          <p:cNvSpPr txBox="1"/>
          <p:nvPr/>
        </p:nvSpPr>
        <p:spPr>
          <a:xfrm>
            <a:off x="3870744" y="2982129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98" name="Google Shape;798;p34"/>
          <p:cNvCxnSpPr/>
          <p:nvPr/>
        </p:nvCxnSpPr>
        <p:spPr>
          <a:xfrm rot="10800000">
            <a:off x="3978998" y="2471885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9" name="Google Shape;799;p34"/>
          <p:cNvCxnSpPr/>
          <p:nvPr/>
        </p:nvCxnSpPr>
        <p:spPr>
          <a:xfrm rot="10800000">
            <a:off x="4493308" y="4380724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0" name="Google Shape;800;p34"/>
          <p:cNvCxnSpPr>
            <a:stCxn id="801" idx="0"/>
            <a:endCxn id="802" idx="2"/>
          </p:cNvCxnSpPr>
          <p:nvPr/>
        </p:nvCxnSpPr>
        <p:spPr>
          <a:xfrm rot="10800000">
            <a:off x="4491293" y="3432038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1" name="Google Shape;801;p34"/>
          <p:cNvSpPr/>
          <p:nvPr/>
        </p:nvSpPr>
        <p:spPr>
          <a:xfrm>
            <a:off x="4379243" y="3700238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4"/>
          <p:cNvSpPr/>
          <p:nvPr/>
        </p:nvSpPr>
        <p:spPr>
          <a:xfrm>
            <a:off x="4379243" y="2751785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Google Shape;803;p34"/>
          <p:cNvCxnSpPr/>
          <p:nvPr/>
        </p:nvCxnSpPr>
        <p:spPr>
          <a:xfrm>
            <a:off x="4104265" y="310186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4" name="Google Shape;804;p34"/>
          <p:cNvSpPr txBox="1"/>
          <p:nvPr/>
        </p:nvSpPr>
        <p:spPr>
          <a:xfrm>
            <a:off x="4383565" y="3896882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5" name="Google Shape;805;p34"/>
          <p:cNvSpPr txBox="1"/>
          <p:nvPr/>
        </p:nvSpPr>
        <p:spPr>
          <a:xfrm>
            <a:off x="4383565" y="2980844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806" name="Google Shape;806;p34"/>
          <p:cNvCxnSpPr/>
          <p:nvPr/>
        </p:nvCxnSpPr>
        <p:spPr>
          <a:xfrm rot="10800000">
            <a:off x="4491819" y="2470600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7" name="Google Shape;807;p34"/>
          <p:cNvSpPr/>
          <p:nvPr/>
        </p:nvSpPr>
        <p:spPr>
          <a:xfrm>
            <a:off x="3591445" y="2352413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8" name="Google Shape;808;p34"/>
          <p:cNvCxnSpPr/>
          <p:nvPr/>
        </p:nvCxnSpPr>
        <p:spPr>
          <a:xfrm>
            <a:off x="3581550" y="3102338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9" name="Google Shape;809;p34"/>
          <p:cNvSpPr txBox="1"/>
          <p:nvPr/>
        </p:nvSpPr>
        <p:spPr>
          <a:xfrm>
            <a:off x="1326675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0" name="Google Shape;810;p34"/>
          <p:cNvSpPr txBox="1"/>
          <p:nvPr/>
        </p:nvSpPr>
        <p:spPr>
          <a:xfrm>
            <a:off x="1838300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1" name="Google Shape;811;p34"/>
          <p:cNvSpPr txBox="1"/>
          <p:nvPr/>
        </p:nvSpPr>
        <p:spPr>
          <a:xfrm>
            <a:off x="2344425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2" name="Google Shape;812;p34"/>
          <p:cNvSpPr txBox="1"/>
          <p:nvPr/>
        </p:nvSpPr>
        <p:spPr>
          <a:xfrm>
            <a:off x="2847650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3" name="Google Shape;813;p34"/>
          <p:cNvSpPr txBox="1"/>
          <p:nvPr/>
        </p:nvSpPr>
        <p:spPr>
          <a:xfrm>
            <a:off x="3359200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4" name="Google Shape;814;p34"/>
          <p:cNvSpPr txBox="1"/>
          <p:nvPr/>
        </p:nvSpPr>
        <p:spPr>
          <a:xfrm>
            <a:off x="1843825" y="37434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5" name="Google Shape;815;p34"/>
          <p:cNvSpPr txBox="1"/>
          <p:nvPr/>
        </p:nvSpPr>
        <p:spPr>
          <a:xfrm>
            <a:off x="2347188" y="37434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6" name="Google Shape;816;p34"/>
          <p:cNvSpPr txBox="1"/>
          <p:nvPr/>
        </p:nvSpPr>
        <p:spPr>
          <a:xfrm>
            <a:off x="2849038" y="374335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7" name="Google Shape;817;p34"/>
          <p:cNvSpPr txBox="1"/>
          <p:nvPr/>
        </p:nvSpPr>
        <p:spPr>
          <a:xfrm>
            <a:off x="3359900" y="37434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818" name="Google Shape;818;p3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02125" y="2685012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34"/>
          <p:cNvSpPr txBox="1"/>
          <p:nvPr/>
        </p:nvSpPr>
        <p:spPr>
          <a:xfrm>
            <a:off x="4386300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821" name="Google Shape;821;p3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13992" y="2365438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2" name="Google Shape;822;p34"/>
          <p:cNvCxnSpPr/>
          <p:nvPr/>
        </p:nvCxnSpPr>
        <p:spPr>
          <a:xfrm rot="10800000" flipH="1">
            <a:off x="4651375" y="3093988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3" name="Google Shape;823;p34"/>
          <p:cNvSpPr txBox="1"/>
          <p:nvPr/>
        </p:nvSpPr>
        <p:spPr>
          <a:xfrm>
            <a:off x="4699625" y="36238"/>
            <a:ext cx="18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&lt;EOS&gt;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6221325" y="2470613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4"/>
          <p:cNvSpPr/>
          <p:nvPr/>
        </p:nvSpPr>
        <p:spPr>
          <a:xfrm>
            <a:off x="4887175" y="2136488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4"/>
          <p:cNvSpPr/>
          <p:nvPr/>
        </p:nvSpPr>
        <p:spPr>
          <a:xfrm>
            <a:off x="5418925" y="2136488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5906600" y="2136488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8" name="Google Shape;828;p3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968550" y="1890412"/>
            <a:ext cx="171450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3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12125" y="1890412"/>
            <a:ext cx="171450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34"/>
          <p:cNvSpPr txBox="1"/>
          <p:nvPr/>
        </p:nvSpPr>
        <p:spPr>
          <a:xfrm>
            <a:off x="4957175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31" name="Google Shape;831;p34"/>
          <p:cNvSpPr txBox="1"/>
          <p:nvPr/>
        </p:nvSpPr>
        <p:spPr>
          <a:xfrm>
            <a:off x="5463800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32" name="Google Shape;832;p34"/>
          <p:cNvSpPr txBox="1"/>
          <p:nvPr/>
        </p:nvSpPr>
        <p:spPr>
          <a:xfrm>
            <a:off x="5978113" y="279623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33" name="Google Shape;833;p34"/>
          <p:cNvSpPr txBox="1"/>
          <p:nvPr/>
        </p:nvSpPr>
        <p:spPr>
          <a:xfrm>
            <a:off x="4952463" y="373225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34" name="Google Shape;834;p34"/>
          <p:cNvSpPr txBox="1"/>
          <p:nvPr/>
        </p:nvSpPr>
        <p:spPr>
          <a:xfrm>
            <a:off x="5458813" y="373225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35" name="Google Shape;835;p34"/>
          <p:cNvSpPr txBox="1"/>
          <p:nvPr/>
        </p:nvSpPr>
        <p:spPr>
          <a:xfrm>
            <a:off x="5965175" y="373225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36" name="Google Shape;836;p34"/>
          <p:cNvSpPr txBox="1"/>
          <p:nvPr/>
        </p:nvSpPr>
        <p:spPr>
          <a:xfrm>
            <a:off x="4906200" y="2113388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837" name="Google Shape;837;p34"/>
          <p:cNvSpPr txBox="1"/>
          <p:nvPr/>
        </p:nvSpPr>
        <p:spPr>
          <a:xfrm>
            <a:off x="5406400" y="21199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838" name="Google Shape;838;p34"/>
          <p:cNvSpPr txBox="1"/>
          <p:nvPr/>
        </p:nvSpPr>
        <p:spPr>
          <a:xfrm>
            <a:off x="5865700" y="2102238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3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839" name="Google Shape;839;p34"/>
          <p:cNvSpPr txBox="1"/>
          <p:nvPr/>
        </p:nvSpPr>
        <p:spPr>
          <a:xfrm>
            <a:off x="5016125" y="208226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chemeClr val="dk1"/>
                </a:solidFill>
              </a:rPr>
              <a:t>d</a:t>
            </a:r>
            <a:endParaRPr sz="1000" i="1" dirty="0">
              <a:solidFill>
                <a:schemeClr val="dk1"/>
              </a:solidFill>
            </a:endParaRPr>
          </a:p>
        </p:txBody>
      </p:sp>
      <p:sp>
        <p:nvSpPr>
          <p:cNvPr id="840" name="Google Shape;840;p34"/>
          <p:cNvSpPr txBox="1"/>
          <p:nvPr/>
        </p:nvSpPr>
        <p:spPr>
          <a:xfrm>
            <a:off x="5524750" y="208226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41" name="Google Shape;841;p34"/>
          <p:cNvSpPr txBox="1"/>
          <p:nvPr/>
        </p:nvSpPr>
        <p:spPr>
          <a:xfrm>
            <a:off x="5979325" y="208985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842" name="Google Shape;842;p3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973925" y="1890412"/>
            <a:ext cx="171450" cy="1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34"/>
          <p:cNvSpPr/>
          <p:nvPr/>
        </p:nvSpPr>
        <p:spPr>
          <a:xfrm>
            <a:off x="1794150" y="2208563"/>
            <a:ext cx="1821900" cy="4926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4"/>
          <p:cNvSpPr txBox="1"/>
          <p:nvPr/>
        </p:nvSpPr>
        <p:spPr>
          <a:xfrm>
            <a:off x="4448500" y="480738"/>
            <a:ext cx="508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845" name="Google Shape;845;p3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767672" y="14615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3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323872" y="14615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3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865809" y="1461500"/>
            <a:ext cx="573419" cy="38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8" name="Google Shape;848;p34"/>
          <p:cNvCxnSpPr/>
          <p:nvPr/>
        </p:nvCxnSpPr>
        <p:spPr>
          <a:xfrm rot="10800000">
            <a:off x="5052331" y="686163"/>
            <a:ext cx="3900" cy="41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49" name="Google Shape;849;p34"/>
          <p:cNvCxnSpPr/>
          <p:nvPr/>
        </p:nvCxnSpPr>
        <p:spPr>
          <a:xfrm rot="10800000">
            <a:off x="5524756" y="686163"/>
            <a:ext cx="3900" cy="41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50" name="Google Shape;850;p34"/>
          <p:cNvCxnSpPr/>
          <p:nvPr/>
        </p:nvCxnSpPr>
        <p:spPr>
          <a:xfrm rot="10800000">
            <a:off x="6071756" y="686163"/>
            <a:ext cx="3900" cy="41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51" name="Google Shape;851;p34"/>
          <p:cNvSpPr txBox="1"/>
          <p:nvPr/>
        </p:nvSpPr>
        <p:spPr>
          <a:xfrm>
            <a:off x="121775" y="4520713"/>
            <a:ext cx="1385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Source sentence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4886388" y="1043063"/>
            <a:ext cx="187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ŷ</a:t>
            </a:r>
            <a:r>
              <a:rPr lang="en" sz="1800" baseline="-250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     </a:t>
            </a:r>
            <a:r>
              <a:rPr lang="en" sz="1600">
                <a:solidFill>
                  <a:schemeClr val="dk2"/>
                </a:solidFill>
              </a:rPr>
              <a:t>ŷ</a:t>
            </a:r>
            <a:r>
              <a:rPr lang="en" sz="1800" baseline="-250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     </a:t>
            </a:r>
            <a:r>
              <a:rPr lang="en" sz="1600">
                <a:solidFill>
                  <a:schemeClr val="dk2"/>
                </a:solidFill>
              </a:rPr>
              <a:t>ŷ</a:t>
            </a:r>
            <a:r>
              <a:rPr lang="en" sz="1800" baseline="-250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3" name="Google Shape;853;p34"/>
          <p:cNvSpPr txBox="1"/>
          <p:nvPr/>
        </p:nvSpPr>
        <p:spPr>
          <a:xfrm>
            <a:off x="4886388" y="224463"/>
            <a:ext cx="187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y</a:t>
            </a:r>
            <a:r>
              <a:rPr lang="en" sz="1800" baseline="-250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     </a:t>
            </a:r>
            <a:r>
              <a:rPr lang="en" sz="1600">
                <a:solidFill>
                  <a:schemeClr val="dk2"/>
                </a:solidFill>
              </a:rPr>
              <a:t>y</a:t>
            </a:r>
            <a:r>
              <a:rPr lang="en" sz="1800" baseline="-250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    </a:t>
            </a:r>
            <a:r>
              <a:rPr lang="en" sz="1600">
                <a:solidFill>
                  <a:schemeClr val="dk2"/>
                </a:solidFill>
              </a:rPr>
              <a:t>y</a:t>
            </a:r>
            <a:r>
              <a:rPr lang="en" sz="1800" baseline="-250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4" name="Google Shape;854;p34"/>
          <p:cNvSpPr txBox="1"/>
          <p:nvPr/>
        </p:nvSpPr>
        <p:spPr>
          <a:xfrm>
            <a:off x="2956800" y="328750"/>
            <a:ext cx="1615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One-hot векторы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55" name="Google Shape;855;p34"/>
          <p:cNvSpPr txBox="1"/>
          <p:nvPr/>
        </p:nvSpPr>
        <p:spPr>
          <a:xfrm>
            <a:off x="2953350" y="1354950"/>
            <a:ext cx="1555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2"/>
                </a:solidFill>
              </a:rPr>
              <a:t>Распределение вероятностей</a:t>
            </a:r>
            <a:endParaRPr sz="1300" dirty="0">
              <a:solidFill>
                <a:schemeClr val="dk2"/>
              </a:solidFill>
            </a:endParaRPr>
          </a:p>
        </p:txBody>
      </p:sp>
      <p:sp>
        <p:nvSpPr>
          <p:cNvPr id="856" name="Google Shape;856;p34"/>
          <p:cNvSpPr txBox="1"/>
          <p:nvPr/>
        </p:nvSpPr>
        <p:spPr>
          <a:xfrm>
            <a:off x="4699625" y="4668250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7" name="Google Shape;857;p3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656475" y="554925"/>
            <a:ext cx="1814400" cy="6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34"/>
          <p:cNvSpPr/>
          <p:nvPr/>
        </p:nvSpPr>
        <p:spPr>
          <a:xfrm>
            <a:off x="6064791" y="230583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5611146" y="2303957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34"/>
          <p:cNvSpPr/>
          <p:nvPr/>
        </p:nvSpPr>
        <p:spPr>
          <a:xfrm>
            <a:off x="5117437" y="2298162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969;p35">
            <a:extLst>
              <a:ext uri="{FF2B5EF4-FFF2-40B4-BE49-F238E27FC236}">
                <a16:creationId xmlns:a16="http://schemas.microsoft.com/office/drawing/2014/main" id="{B4450B1B-5D50-06AE-73EC-C1BA836C86DC}"/>
              </a:ext>
            </a:extLst>
          </p:cNvPr>
          <p:cNvSpPr txBox="1"/>
          <p:nvPr/>
        </p:nvSpPr>
        <p:spPr>
          <a:xfrm>
            <a:off x="6565200" y="1341109"/>
            <a:ext cx="246907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Вся сеть целиком обучается с помощью обратного распространения ошибки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E8DCC-B99E-651A-250A-C935F0085A3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379;p44">
            <a:extLst>
              <a:ext uri="{FF2B5EF4-FFF2-40B4-BE49-F238E27FC236}">
                <a16:creationId xmlns:a16="http://schemas.microsoft.com/office/drawing/2014/main" id="{EDB50A17-D454-6312-45D6-EF95C5C32E7C}"/>
              </a:ext>
            </a:extLst>
          </p:cNvPr>
          <p:cNvSpPr txBox="1"/>
          <p:nvPr/>
        </p:nvSpPr>
        <p:spPr>
          <a:xfrm>
            <a:off x="3619218" y="2724793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6"/>
          <p:cNvSpPr/>
          <p:nvPr/>
        </p:nvSpPr>
        <p:spPr>
          <a:xfrm>
            <a:off x="4590968" y="2631435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6"/>
          <p:cNvSpPr txBox="1"/>
          <p:nvPr/>
        </p:nvSpPr>
        <p:spPr>
          <a:xfrm>
            <a:off x="4595290" y="2860494"/>
            <a:ext cx="2274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979" name="Google Shape;9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850" y="2564662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36"/>
          <p:cNvSpPr txBox="1"/>
          <p:nvPr/>
        </p:nvSpPr>
        <p:spPr>
          <a:xfrm>
            <a:off x="4598025" y="267588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981" name="Google Shape;98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5717" y="2245088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2" name="Google Shape;982;p36"/>
          <p:cNvCxnSpPr>
            <a:cxnSpLocks/>
          </p:cNvCxnSpPr>
          <p:nvPr/>
        </p:nvCxnSpPr>
        <p:spPr>
          <a:xfrm rot="10800000" flipH="1">
            <a:off x="4863100" y="2973638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3" name="Google Shape;983;p36"/>
          <p:cNvSpPr txBox="1"/>
          <p:nvPr/>
        </p:nvSpPr>
        <p:spPr>
          <a:xfrm>
            <a:off x="4925625" y="4547913"/>
            <a:ext cx="1821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   </a:t>
            </a:r>
            <a:r>
              <a:rPr lang="en" sz="1600" b="1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6"/>
          <p:cNvSpPr/>
          <p:nvPr/>
        </p:nvSpPr>
        <p:spPr>
          <a:xfrm>
            <a:off x="6006025" y="2350263"/>
            <a:ext cx="17406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7" name="Google Shape;98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3890" y="1596200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36"/>
          <p:cNvSpPr txBox="1"/>
          <p:nvPr/>
        </p:nvSpPr>
        <p:spPr>
          <a:xfrm>
            <a:off x="5168900" y="267588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89" name="Google Shape;989;p36"/>
          <p:cNvSpPr txBox="1"/>
          <p:nvPr/>
        </p:nvSpPr>
        <p:spPr>
          <a:xfrm>
            <a:off x="5675525" y="2675888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90" name="Google Shape;990;p36"/>
          <p:cNvSpPr txBox="1"/>
          <p:nvPr/>
        </p:nvSpPr>
        <p:spPr>
          <a:xfrm>
            <a:off x="5164188" y="36119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91" name="Google Shape;991;p36"/>
          <p:cNvSpPr txBox="1"/>
          <p:nvPr/>
        </p:nvSpPr>
        <p:spPr>
          <a:xfrm>
            <a:off x="5670538" y="36119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96" name="Google Shape;996;p36"/>
          <p:cNvSpPr/>
          <p:nvPr/>
        </p:nvSpPr>
        <p:spPr>
          <a:xfrm>
            <a:off x="4775216" y="1409299"/>
            <a:ext cx="113700" cy="1134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6"/>
          <p:cNvSpPr/>
          <p:nvPr/>
        </p:nvSpPr>
        <p:spPr>
          <a:xfrm>
            <a:off x="4889163" y="1129380"/>
            <a:ext cx="113700" cy="3936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6"/>
          <p:cNvSpPr/>
          <p:nvPr/>
        </p:nvSpPr>
        <p:spPr>
          <a:xfrm>
            <a:off x="5003111" y="1301781"/>
            <a:ext cx="113700" cy="2211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6"/>
          <p:cNvSpPr/>
          <p:nvPr/>
        </p:nvSpPr>
        <p:spPr>
          <a:xfrm>
            <a:off x="5117058" y="1376457"/>
            <a:ext cx="113700" cy="1464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6"/>
          <p:cNvSpPr/>
          <p:nvPr/>
        </p:nvSpPr>
        <p:spPr>
          <a:xfrm>
            <a:off x="5231014" y="965835"/>
            <a:ext cx="113700" cy="5571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6"/>
          <p:cNvSpPr/>
          <p:nvPr/>
        </p:nvSpPr>
        <p:spPr>
          <a:xfrm>
            <a:off x="5344953" y="1459815"/>
            <a:ext cx="113700" cy="630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6"/>
          <p:cNvSpPr/>
          <p:nvPr/>
        </p:nvSpPr>
        <p:spPr>
          <a:xfrm>
            <a:off x="5458900" y="1314552"/>
            <a:ext cx="113700" cy="2082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6"/>
          <p:cNvSpPr/>
          <p:nvPr/>
        </p:nvSpPr>
        <p:spPr>
          <a:xfrm>
            <a:off x="5572848" y="1261871"/>
            <a:ext cx="113700" cy="2610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6"/>
          <p:cNvSpPr txBox="1"/>
          <p:nvPr/>
        </p:nvSpPr>
        <p:spPr>
          <a:xfrm>
            <a:off x="4735751" y="670197"/>
            <a:ext cx="420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tired</a:t>
            </a:r>
            <a:endParaRPr sz="900"/>
          </a:p>
        </p:txBody>
      </p:sp>
      <p:cxnSp>
        <p:nvCxnSpPr>
          <p:cNvPr id="1005" name="Google Shape;1005;p36"/>
          <p:cNvCxnSpPr>
            <a:stCxn id="1004" idx="2"/>
          </p:cNvCxnSpPr>
          <p:nvPr/>
        </p:nvCxnSpPr>
        <p:spPr>
          <a:xfrm>
            <a:off x="4946051" y="900897"/>
            <a:ext cx="0" cy="2247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06" name="Google Shape;1006;p36"/>
          <p:cNvSpPr txBox="1"/>
          <p:nvPr/>
        </p:nvSpPr>
        <p:spPr>
          <a:xfrm>
            <a:off x="5007070" y="476688"/>
            <a:ext cx="561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000"/>
          </a:p>
        </p:txBody>
      </p:sp>
      <p:cxnSp>
        <p:nvCxnSpPr>
          <p:cNvPr id="1007" name="Google Shape;1007;p36"/>
          <p:cNvCxnSpPr>
            <a:stCxn id="1006" idx="2"/>
          </p:cNvCxnSpPr>
          <p:nvPr/>
        </p:nvCxnSpPr>
        <p:spPr>
          <a:xfrm>
            <a:off x="5287870" y="722988"/>
            <a:ext cx="0" cy="2247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08" name="Google Shape;1008;p36"/>
          <p:cNvSpPr txBox="1"/>
          <p:nvPr/>
        </p:nvSpPr>
        <p:spPr>
          <a:xfrm>
            <a:off x="5378260" y="799699"/>
            <a:ext cx="503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sz="1000"/>
          </a:p>
        </p:txBody>
      </p:sp>
      <p:cxnSp>
        <p:nvCxnSpPr>
          <p:cNvPr id="1009" name="Google Shape;1009;p36"/>
          <p:cNvCxnSpPr>
            <a:stCxn id="1008" idx="2"/>
          </p:cNvCxnSpPr>
          <p:nvPr/>
        </p:nvCxnSpPr>
        <p:spPr>
          <a:xfrm>
            <a:off x="5629810" y="1045999"/>
            <a:ext cx="0" cy="2247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10" name="Google Shape;1010;p36"/>
          <p:cNvSpPr txBox="1"/>
          <p:nvPr/>
        </p:nvSpPr>
        <p:spPr>
          <a:xfrm>
            <a:off x="6432250" y="56788"/>
            <a:ext cx="1740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Ground truth 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11" name="Google Shape;1011;p36"/>
          <p:cNvSpPr/>
          <p:nvPr/>
        </p:nvSpPr>
        <p:spPr>
          <a:xfrm>
            <a:off x="5949850" y="2837125"/>
            <a:ext cx="482400" cy="2925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36"/>
          <p:cNvSpPr txBox="1"/>
          <p:nvPr/>
        </p:nvSpPr>
        <p:spPr>
          <a:xfrm>
            <a:off x="6546925" y="4430200"/>
            <a:ext cx="20820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Что подать на вход?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013" name="Google Shape;1013;p36"/>
          <p:cNvSpPr txBox="1"/>
          <p:nvPr/>
        </p:nvSpPr>
        <p:spPr>
          <a:xfrm>
            <a:off x="1879200" y="2858738"/>
            <a:ext cx="508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014" name="Google Shape;1014;p36"/>
          <p:cNvSpPr txBox="1"/>
          <p:nvPr/>
        </p:nvSpPr>
        <p:spPr>
          <a:xfrm>
            <a:off x="4958925" y="56788"/>
            <a:ext cx="705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Good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015" name="Google Shape;1015;p36"/>
          <p:cNvCxnSpPr>
            <a:stCxn id="1010" idx="1"/>
            <a:endCxn id="1014" idx="3"/>
          </p:cNvCxnSpPr>
          <p:nvPr/>
        </p:nvCxnSpPr>
        <p:spPr>
          <a:xfrm rot="10800000">
            <a:off x="5664850" y="249238"/>
            <a:ext cx="76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6" name="Google Shape;1016;p36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02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Обучение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модели</a:t>
            </a:r>
            <a:endParaRPr/>
          </a:p>
        </p:txBody>
      </p:sp>
      <p:cxnSp>
        <p:nvCxnSpPr>
          <p:cNvPr id="1017" name="Google Shape;1017;p36"/>
          <p:cNvCxnSpPr>
            <a:cxnSpLocks/>
            <a:stCxn id="1012" idx="1"/>
          </p:cNvCxnSpPr>
          <p:nvPr/>
        </p:nvCxnSpPr>
        <p:spPr>
          <a:xfrm flipH="1" flipV="1">
            <a:off x="5949838" y="4724576"/>
            <a:ext cx="597087" cy="441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8" name="Google Shape;1018;p36"/>
          <p:cNvSpPr/>
          <p:nvPr/>
        </p:nvSpPr>
        <p:spPr>
          <a:xfrm>
            <a:off x="5337462" y="22066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36"/>
          <p:cNvSpPr/>
          <p:nvPr/>
        </p:nvSpPr>
        <p:spPr>
          <a:xfrm>
            <a:off x="5823242" y="22066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48;p37">
            <a:extLst>
              <a:ext uri="{FF2B5EF4-FFF2-40B4-BE49-F238E27FC236}">
                <a16:creationId xmlns:a16="http://schemas.microsoft.com/office/drawing/2014/main" id="{3E9E422F-7899-EB10-0F1E-65565C260FD1}"/>
              </a:ext>
            </a:extLst>
          </p:cNvPr>
          <p:cNvSpPr/>
          <p:nvPr/>
        </p:nvSpPr>
        <p:spPr>
          <a:xfrm>
            <a:off x="51542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49;p37">
            <a:extLst>
              <a:ext uri="{FF2B5EF4-FFF2-40B4-BE49-F238E27FC236}">
                <a16:creationId xmlns:a16="http://schemas.microsoft.com/office/drawing/2014/main" id="{123DF359-F7F8-740B-F99D-97924E94BB05}"/>
              </a:ext>
            </a:extLst>
          </p:cNvPr>
          <p:cNvSpPr/>
          <p:nvPr/>
        </p:nvSpPr>
        <p:spPr>
          <a:xfrm>
            <a:off x="56419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62;p37">
            <a:extLst>
              <a:ext uri="{FF2B5EF4-FFF2-40B4-BE49-F238E27FC236}">
                <a16:creationId xmlns:a16="http://schemas.microsoft.com/office/drawing/2014/main" id="{4AF33A04-9B0A-F7FB-B105-6F11B3389958}"/>
              </a:ext>
            </a:extLst>
          </p:cNvPr>
          <p:cNvSpPr txBox="1"/>
          <p:nvPr/>
        </p:nvSpPr>
        <p:spPr>
          <a:xfrm>
            <a:off x="52600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" name="Google Shape;1063;p37">
            <a:extLst>
              <a:ext uri="{FF2B5EF4-FFF2-40B4-BE49-F238E27FC236}">
                <a16:creationId xmlns:a16="http://schemas.microsoft.com/office/drawing/2014/main" id="{8C211E4B-A9B5-1DA8-4109-0E447469420E}"/>
              </a:ext>
            </a:extLst>
          </p:cNvPr>
          <p:cNvSpPr txBox="1"/>
          <p:nvPr/>
        </p:nvSpPr>
        <p:spPr>
          <a:xfrm>
            <a:off x="57146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" name="Google Shape;1074;p37">
            <a:extLst>
              <a:ext uri="{FF2B5EF4-FFF2-40B4-BE49-F238E27FC236}">
                <a16:creationId xmlns:a16="http://schemas.microsoft.com/office/drawing/2014/main" id="{18A20E37-92BA-D98A-8F8F-FE1E5FB872A0}"/>
              </a:ext>
            </a:extLst>
          </p:cNvPr>
          <p:cNvSpPr/>
          <p:nvPr/>
        </p:nvSpPr>
        <p:spPr>
          <a:xfrm>
            <a:off x="5355107" y="223311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1075;p37">
            <a:extLst>
              <a:ext uri="{FF2B5EF4-FFF2-40B4-BE49-F238E27FC236}">
                <a16:creationId xmlns:a16="http://schemas.microsoft.com/office/drawing/2014/main" id="{A02BF239-8C43-8106-5233-DD42A847A440}"/>
              </a:ext>
            </a:extLst>
          </p:cNvPr>
          <p:cNvSpPr/>
          <p:nvPr/>
        </p:nvSpPr>
        <p:spPr>
          <a:xfrm>
            <a:off x="4855837" y="22531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1076;p37">
            <a:extLst>
              <a:ext uri="{FF2B5EF4-FFF2-40B4-BE49-F238E27FC236}">
                <a16:creationId xmlns:a16="http://schemas.microsoft.com/office/drawing/2014/main" id="{D6915CB7-8DD0-2475-A54D-0B47765CE94F}"/>
              </a:ext>
            </a:extLst>
          </p:cNvPr>
          <p:cNvSpPr/>
          <p:nvPr/>
        </p:nvSpPr>
        <p:spPr>
          <a:xfrm>
            <a:off x="5807447" y="2233126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059;p37">
            <a:extLst>
              <a:ext uri="{FF2B5EF4-FFF2-40B4-BE49-F238E27FC236}">
                <a16:creationId xmlns:a16="http://schemas.microsoft.com/office/drawing/2014/main" id="{ECA079BB-D6C7-4411-72F2-8D2154EE4B7F}"/>
              </a:ext>
            </a:extLst>
          </p:cNvPr>
          <p:cNvSpPr txBox="1"/>
          <p:nvPr/>
        </p:nvSpPr>
        <p:spPr>
          <a:xfrm>
            <a:off x="5136676" y="2030787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2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3" name="Google Shape;1060;p37">
            <a:extLst>
              <a:ext uri="{FF2B5EF4-FFF2-40B4-BE49-F238E27FC236}">
                <a16:creationId xmlns:a16="http://schemas.microsoft.com/office/drawing/2014/main" id="{55C358E5-AE23-E2F4-82C9-F10421ECF772}"/>
              </a:ext>
            </a:extLst>
          </p:cNvPr>
          <p:cNvSpPr txBox="1"/>
          <p:nvPr/>
        </p:nvSpPr>
        <p:spPr>
          <a:xfrm>
            <a:off x="5590952" y="203322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3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4" name="Google Shape;1132;p38">
            <a:extLst>
              <a:ext uri="{FF2B5EF4-FFF2-40B4-BE49-F238E27FC236}">
                <a16:creationId xmlns:a16="http://schemas.microsoft.com/office/drawing/2014/main" id="{B16C683D-EACC-E20A-09F3-2CDA7279F145}"/>
              </a:ext>
            </a:extLst>
          </p:cNvPr>
          <p:cNvSpPr/>
          <p:nvPr/>
        </p:nvSpPr>
        <p:spPr>
          <a:xfrm>
            <a:off x="5338769" y="221170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132;p38">
            <a:extLst>
              <a:ext uri="{FF2B5EF4-FFF2-40B4-BE49-F238E27FC236}">
                <a16:creationId xmlns:a16="http://schemas.microsoft.com/office/drawing/2014/main" id="{73A26FDA-949F-D5A0-B064-0644E7B5944D}"/>
              </a:ext>
            </a:extLst>
          </p:cNvPr>
          <p:cNvSpPr/>
          <p:nvPr/>
        </p:nvSpPr>
        <p:spPr>
          <a:xfrm>
            <a:off x="5794642" y="2218203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EF45ED-A330-1B14-CEB8-6CA166C8967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" name="Google Shape;1024;p37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5" name="Google Shape;1025;p37"/>
          <p:cNvCxnSpPr>
            <a:stCxn id="1026" idx="0"/>
            <a:endCxn id="1027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6" name="Google Shape;1026;p37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7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8" name="Google Shape;1028;p37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9" name="Google Shape;1029;p37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0" name="Google Shape;1030;p37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31" name="Google Shape;1031;p37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2" name="Google Shape;1032;p37"/>
          <p:cNvCxnSpPr/>
          <p:nvPr/>
        </p:nvCxnSpPr>
        <p:spPr>
          <a:xfrm rot="10800000">
            <a:off x="42286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3" name="Google Shape;1033;p37"/>
          <p:cNvCxnSpPr>
            <a:stCxn id="1034" idx="0"/>
            <a:endCxn id="1035" idx="2"/>
          </p:cNvCxnSpPr>
          <p:nvPr/>
        </p:nvCxnSpPr>
        <p:spPr>
          <a:xfrm rot="10800000">
            <a:off x="42265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4" name="Google Shape;1034;p37"/>
          <p:cNvSpPr/>
          <p:nvPr/>
        </p:nvSpPr>
        <p:spPr>
          <a:xfrm>
            <a:off x="41145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7"/>
          <p:cNvSpPr/>
          <p:nvPr/>
        </p:nvSpPr>
        <p:spPr>
          <a:xfrm>
            <a:off x="41145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6" name="Google Shape;1036;p37"/>
          <p:cNvCxnSpPr/>
          <p:nvPr/>
        </p:nvCxnSpPr>
        <p:spPr>
          <a:xfrm>
            <a:off x="38395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7" name="Google Shape;1037;p37"/>
          <p:cNvSpPr txBox="1"/>
          <p:nvPr/>
        </p:nvSpPr>
        <p:spPr>
          <a:xfrm>
            <a:off x="4118865" y="380274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8" name="Google Shape;1038;p37"/>
          <p:cNvSpPr txBox="1"/>
          <p:nvPr/>
        </p:nvSpPr>
        <p:spPr>
          <a:xfrm>
            <a:off x="4118865" y="2886707"/>
            <a:ext cx="227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39" name="Google Shape;1039;p37"/>
          <p:cNvCxnSpPr/>
          <p:nvPr/>
        </p:nvCxnSpPr>
        <p:spPr>
          <a:xfrm rot="10800000">
            <a:off x="42271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40" name="Google Shape;1040;p37"/>
          <p:cNvSpPr/>
          <p:nvPr/>
        </p:nvSpPr>
        <p:spPr>
          <a:xfrm>
            <a:off x="33267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1" name="Google Shape;104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74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37"/>
          <p:cNvSpPr txBox="1"/>
          <p:nvPr/>
        </p:nvSpPr>
        <p:spPr>
          <a:xfrm>
            <a:off x="4121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043" name="Google Shape;1043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92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4" name="Google Shape;1044;p37"/>
          <p:cNvCxnSpPr/>
          <p:nvPr/>
        </p:nvCxnSpPr>
        <p:spPr>
          <a:xfrm rot="10800000" flipH="1">
            <a:off x="4386675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5" name="Google Shape;1045;p37"/>
          <p:cNvSpPr txBox="1"/>
          <p:nvPr/>
        </p:nvSpPr>
        <p:spPr>
          <a:xfrm>
            <a:off x="4449200" y="4574125"/>
            <a:ext cx="208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7"/>
          <p:cNvSpPr/>
          <p:nvPr/>
        </p:nvSpPr>
        <p:spPr>
          <a:xfrm>
            <a:off x="59566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37"/>
          <p:cNvSpPr/>
          <p:nvPr/>
        </p:nvSpPr>
        <p:spPr>
          <a:xfrm>
            <a:off x="462247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7"/>
          <p:cNvSpPr/>
          <p:nvPr/>
        </p:nvSpPr>
        <p:spPr>
          <a:xfrm>
            <a:off x="51542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7"/>
          <p:cNvSpPr/>
          <p:nvPr/>
        </p:nvSpPr>
        <p:spPr>
          <a:xfrm>
            <a:off x="56419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0" name="Google Shape;1050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07465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600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37"/>
          <p:cNvSpPr txBox="1"/>
          <p:nvPr/>
        </p:nvSpPr>
        <p:spPr>
          <a:xfrm>
            <a:off x="4692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3" name="Google Shape;1053;p37"/>
          <p:cNvSpPr txBox="1"/>
          <p:nvPr/>
        </p:nvSpPr>
        <p:spPr>
          <a:xfrm>
            <a:off x="5199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4" name="Google Shape;1054;p37"/>
          <p:cNvSpPr txBox="1"/>
          <p:nvPr/>
        </p:nvSpPr>
        <p:spPr>
          <a:xfrm>
            <a:off x="57134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5" name="Google Shape;1055;p37"/>
          <p:cNvSpPr txBox="1"/>
          <p:nvPr/>
        </p:nvSpPr>
        <p:spPr>
          <a:xfrm>
            <a:off x="46877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6" name="Google Shape;1056;p37"/>
          <p:cNvSpPr txBox="1"/>
          <p:nvPr/>
        </p:nvSpPr>
        <p:spPr>
          <a:xfrm>
            <a:off x="51941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7" name="Google Shape;1057;p37"/>
          <p:cNvSpPr txBox="1"/>
          <p:nvPr/>
        </p:nvSpPr>
        <p:spPr>
          <a:xfrm>
            <a:off x="57004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61" name="Google Shape;1061;p37"/>
          <p:cNvSpPr txBox="1"/>
          <p:nvPr/>
        </p:nvSpPr>
        <p:spPr>
          <a:xfrm>
            <a:off x="4751425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62" name="Google Shape;1062;p37"/>
          <p:cNvSpPr txBox="1"/>
          <p:nvPr/>
        </p:nvSpPr>
        <p:spPr>
          <a:xfrm>
            <a:off x="52600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63" name="Google Shape;1063;p37"/>
          <p:cNvSpPr txBox="1"/>
          <p:nvPr/>
        </p:nvSpPr>
        <p:spPr>
          <a:xfrm>
            <a:off x="57146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064" name="Google Shape;1064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09215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97997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4197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96134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8" name="Google Shape;1068;p37"/>
          <p:cNvCxnSpPr>
            <a:endCxn id="1065" idx="0"/>
          </p:cNvCxnSpPr>
          <p:nvPr/>
        </p:nvCxnSpPr>
        <p:spPr>
          <a:xfrm>
            <a:off x="4781706" y="776400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9" name="Google Shape;1069;p37"/>
          <p:cNvCxnSpPr/>
          <p:nvPr/>
        </p:nvCxnSpPr>
        <p:spPr>
          <a:xfrm>
            <a:off x="5344275" y="780875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0" name="Google Shape;1070;p37"/>
          <p:cNvCxnSpPr/>
          <p:nvPr/>
        </p:nvCxnSpPr>
        <p:spPr>
          <a:xfrm>
            <a:off x="5906775" y="780875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1" name="Google Shape;1071;p37"/>
          <p:cNvSpPr txBox="1"/>
          <p:nvPr/>
        </p:nvSpPr>
        <p:spPr>
          <a:xfrm>
            <a:off x="4554300" y="391450"/>
            <a:ext cx="208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head    blah     what    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72" name="Google Shape;1072;p37"/>
          <p:cNvSpPr txBox="1"/>
          <p:nvPr/>
        </p:nvSpPr>
        <p:spPr>
          <a:xfrm>
            <a:off x="6469275" y="572125"/>
            <a:ext cx="24351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Teacher forcing: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Подаем на вход декодеру токены, которые модель должна сгенерировать в идеале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073" name="Google Shape;1073;p37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02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Обучение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модели</a:t>
            </a:r>
            <a:endParaRPr/>
          </a:p>
        </p:txBody>
      </p:sp>
      <p:sp>
        <p:nvSpPr>
          <p:cNvPr id="1074" name="Google Shape;1074;p37"/>
          <p:cNvSpPr/>
          <p:nvPr/>
        </p:nvSpPr>
        <p:spPr>
          <a:xfrm>
            <a:off x="5355107" y="223311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37"/>
          <p:cNvSpPr/>
          <p:nvPr/>
        </p:nvSpPr>
        <p:spPr>
          <a:xfrm>
            <a:off x="4855837" y="22531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6" name="Google Shape;1076;p37"/>
          <p:cNvSpPr/>
          <p:nvPr/>
        </p:nvSpPr>
        <p:spPr>
          <a:xfrm>
            <a:off x="5807447" y="2233126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8" name="Google Shape;1058;p37"/>
          <p:cNvSpPr txBox="1"/>
          <p:nvPr/>
        </p:nvSpPr>
        <p:spPr>
          <a:xfrm>
            <a:off x="4621404" y="2034322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1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059" name="Google Shape;1059;p37"/>
          <p:cNvSpPr txBox="1"/>
          <p:nvPr/>
        </p:nvSpPr>
        <p:spPr>
          <a:xfrm>
            <a:off x="5136676" y="2030787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2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060" name="Google Shape;1060;p37"/>
          <p:cNvSpPr txBox="1"/>
          <p:nvPr/>
        </p:nvSpPr>
        <p:spPr>
          <a:xfrm>
            <a:off x="5590952" y="203322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3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2" name="Google Shape;1132;p38">
            <a:extLst>
              <a:ext uri="{FF2B5EF4-FFF2-40B4-BE49-F238E27FC236}">
                <a16:creationId xmlns:a16="http://schemas.microsoft.com/office/drawing/2014/main" id="{D3407EA3-E49A-6147-EE98-F66C4882DB07}"/>
              </a:ext>
            </a:extLst>
          </p:cNvPr>
          <p:cNvSpPr/>
          <p:nvPr/>
        </p:nvSpPr>
        <p:spPr>
          <a:xfrm>
            <a:off x="4821523" y="2214979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132;p38">
            <a:extLst>
              <a:ext uri="{FF2B5EF4-FFF2-40B4-BE49-F238E27FC236}">
                <a16:creationId xmlns:a16="http://schemas.microsoft.com/office/drawing/2014/main" id="{A9148917-2E34-01A6-AC99-1975D017FE8C}"/>
              </a:ext>
            </a:extLst>
          </p:cNvPr>
          <p:cNvSpPr/>
          <p:nvPr/>
        </p:nvSpPr>
        <p:spPr>
          <a:xfrm>
            <a:off x="5342826" y="2210309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132;p38">
            <a:extLst>
              <a:ext uri="{FF2B5EF4-FFF2-40B4-BE49-F238E27FC236}">
                <a16:creationId xmlns:a16="http://schemas.microsoft.com/office/drawing/2014/main" id="{F1A2131F-CA32-C655-D0B2-01A73D73B46F}"/>
              </a:ext>
            </a:extLst>
          </p:cNvPr>
          <p:cNvSpPr/>
          <p:nvPr/>
        </p:nvSpPr>
        <p:spPr>
          <a:xfrm>
            <a:off x="5792374" y="22201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49B8B-3A92-24FD-436E-645F44F705BE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1" name="Google Shape;1081;p38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82" name="Google Shape;1082;p38"/>
          <p:cNvCxnSpPr>
            <a:stCxn id="1083" idx="0"/>
            <a:endCxn id="1084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83" name="Google Shape;1083;p38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8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5" name="Google Shape;1085;p38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86" name="Google Shape;1086;p38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7" name="Google Shape;1087;p38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88" name="Google Shape;1088;p38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89" name="Google Shape;1089;p38"/>
          <p:cNvCxnSpPr/>
          <p:nvPr/>
        </p:nvCxnSpPr>
        <p:spPr>
          <a:xfrm rot="10800000">
            <a:off x="42286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0" name="Google Shape;1090;p38"/>
          <p:cNvCxnSpPr>
            <a:stCxn id="1091" idx="0"/>
            <a:endCxn id="1092" idx="2"/>
          </p:cNvCxnSpPr>
          <p:nvPr/>
        </p:nvCxnSpPr>
        <p:spPr>
          <a:xfrm rot="10800000">
            <a:off x="42265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1" name="Google Shape;1091;p38"/>
          <p:cNvSpPr/>
          <p:nvPr/>
        </p:nvSpPr>
        <p:spPr>
          <a:xfrm>
            <a:off x="41145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8"/>
          <p:cNvSpPr/>
          <p:nvPr/>
        </p:nvSpPr>
        <p:spPr>
          <a:xfrm>
            <a:off x="41145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3" name="Google Shape;1093;p38"/>
          <p:cNvCxnSpPr/>
          <p:nvPr/>
        </p:nvCxnSpPr>
        <p:spPr>
          <a:xfrm>
            <a:off x="38395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4" name="Google Shape;1094;p38"/>
          <p:cNvSpPr txBox="1"/>
          <p:nvPr/>
        </p:nvSpPr>
        <p:spPr>
          <a:xfrm>
            <a:off x="4118865" y="380274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5" name="Google Shape;1095;p38"/>
          <p:cNvSpPr txBox="1"/>
          <p:nvPr/>
        </p:nvSpPr>
        <p:spPr>
          <a:xfrm>
            <a:off x="4118865" y="2886707"/>
            <a:ext cx="227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96" name="Google Shape;1096;p38"/>
          <p:cNvCxnSpPr/>
          <p:nvPr/>
        </p:nvCxnSpPr>
        <p:spPr>
          <a:xfrm rot="10800000">
            <a:off x="42271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7" name="Google Shape;1097;p38"/>
          <p:cNvSpPr/>
          <p:nvPr/>
        </p:nvSpPr>
        <p:spPr>
          <a:xfrm>
            <a:off x="33267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8" name="Google Shape;1098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74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38"/>
          <p:cNvSpPr txBox="1"/>
          <p:nvPr/>
        </p:nvSpPr>
        <p:spPr>
          <a:xfrm>
            <a:off x="4121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100" name="Google Shape;1100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92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1" name="Google Shape;1101;p38"/>
          <p:cNvCxnSpPr/>
          <p:nvPr/>
        </p:nvCxnSpPr>
        <p:spPr>
          <a:xfrm rot="10800000" flipH="1">
            <a:off x="4386675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2" name="Google Shape;1102;p38"/>
          <p:cNvSpPr txBox="1"/>
          <p:nvPr/>
        </p:nvSpPr>
        <p:spPr>
          <a:xfrm>
            <a:off x="4449200" y="4574125"/>
            <a:ext cx="208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8"/>
          <p:cNvSpPr/>
          <p:nvPr/>
        </p:nvSpPr>
        <p:spPr>
          <a:xfrm>
            <a:off x="59566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7" name="Google Shape;1107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07465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600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38"/>
          <p:cNvSpPr txBox="1"/>
          <p:nvPr/>
        </p:nvSpPr>
        <p:spPr>
          <a:xfrm>
            <a:off x="4692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10" name="Google Shape;1110;p38"/>
          <p:cNvSpPr txBox="1"/>
          <p:nvPr/>
        </p:nvSpPr>
        <p:spPr>
          <a:xfrm>
            <a:off x="5199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11" name="Google Shape;1111;p38"/>
          <p:cNvSpPr txBox="1"/>
          <p:nvPr/>
        </p:nvSpPr>
        <p:spPr>
          <a:xfrm>
            <a:off x="57134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12" name="Google Shape;1112;p38"/>
          <p:cNvSpPr txBox="1"/>
          <p:nvPr/>
        </p:nvSpPr>
        <p:spPr>
          <a:xfrm>
            <a:off x="46877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13" name="Google Shape;1113;p38"/>
          <p:cNvSpPr txBox="1"/>
          <p:nvPr/>
        </p:nvSpPr>
        <p:spPr>
          <a:xfrm>
            <a:off x="51941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14" name="Google Shape;1114;p38"/>
          <p:cNvSpPr txBox="1"/>
          <p:nvPr/>
        </p:nvSpPr>
        <p:spPr>
          <a:xfrm>
            <a:off x="57004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121" name="Google Shape;1121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09215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97997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4197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96134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5" name="Google Shape;1125;p38"/>
          <p:cNvCxnSpPr>
            <a:endCxn id="1122" idx="0"/>
          </p:cNvCxnSpPr>
          <p:nvPr/>
        </p:nvCxnSpPr>
        <p:spPr>
          <a:xfrm>
            <a:off x="4781706" y="776400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6" name="Google Shape;1126;p38"/>
          <p:cNvCxnSpPr/>
          <p:nvPr/>
        </p:nvCxnSpPr>
        <p:spPr>
          <a:xfrm>
            <a:off x="5344275" y="780875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7" name="Google Shape;1127;p38"/>
          <p:cNvCxnSpPr/>
          <p:nvPr/>
        </p:nvCxnSpPr>
        <p:spPr>
          <a:xfrm>
            <a:off x="5906775" y="780875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8" name="Google Shape;1128;p38"/>
          <p:cNvSpPr txBox="1"/>
          <p:nvPr/>
        </p:nvSpPr>
        <p:spPr>
          <a:xfrm>
            <a:off x="4554300" y="391450"/>
            <a:ext cx="208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head    blah     what    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29" name="Google Shape;1129;p38"/>
          <p:cNvSpPr txBox="1"/>
          <p:nvPr/>
        </p:nvSpPr>
        <p:spPr>
          <a:xfrm>
            <a:off x="6469275" y="572125"/>
            <a:ext cx="24351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Teacher forcing: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Можно использовать teacher forcing с вероятностью </a:t>
            </a:r>
            <a:r>
              <a:rPr lang="en" sz="1600" dirty="0">
                <a:solidFill>
                  <a:schemeClr val="dk1"/>
                </a:solidFill>
              </a:rPr>
              <a:t>ρ 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на каждой итерации обучения, начиная с </a:t>
            </a:r>
            <a:r>
              <a:rPr lang="en" sz="1600" dirty="0">
                <a:solidFill>
                  <a:schemeClr val="dk1"/>
                </a:solidFill>
              </a:rPr>
              <a:t>ρ=1 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 начале обучения и постепенно уменьшая </a:t>
            </a:r>
            <a:r>
              <a:rPr lang="en" sz="1600" dirty="0">
                <a:solidFill>
                  <a:schemeClr val="dk1"/>
                </a:solidFill>
              </a:rPr>
              <a:t>ρ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130" name="Google Shape;1130;p38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02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Обучение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модели</a:t>
            </a:r>
            <a:endParaRPr/>
          </a:p>
        </p:txBody>
      </p:sp>
      <p:sp>
        <p:nvSpPr>
          <p:cNvPr id="1131" name="Google Shape;1131;p38"/>
          <p:cNvSpPr/>
          <p:nvPr/>
        </p:nvSpPr>
        <p:spPr>
          <a:xfrm>
            <a:off x="5799954" y="221357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38"/>
          <p:cNvSpPr/>
          <p:nvPr/>
        </p:nvSpPr>
        <p:spPr>
          <a:xfrm>
            <a:off x="5343996" y="220843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3" name="Google Shape;1133;p38"/>
          <p:cNvSpPr/>
          <p:nvPr/>
        </p:nvSpPr>
        <p:spPr>
          <a:xfrm>
            <a:off x="4851588" y="220843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047;p37">
            <a:extLst>
              <a:ext uri="{FF2B5EF4-FFF2-40B4-BE49-F238E27FC236}">
                <a16:creationId xmlns:a16="http://schemas.microsoft.com/office/drawing/2014/main" id="{4A33F806-44C4-2FAA-7E5B-A9884CD2A6DD}"/>
              </a:ext>
            </a:extLst>
          </p:cNvPr>
          <p:cNvSpPr/>
          <p:nvPr/>
        </p:nvSpPr>
        <p:spPr>
          <a:xfrm>
            <a:off x="462247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48;p37">
            <a:extLst>
              <a:ext uri="{FF2B5EF4-FFF2-40B4-BE49-F238E27FC236}">
                <a16:creationId xmlns:a16="http://schemas.microsoft.com/office/drawing/2014/main" id="{33365753-F1BF-E4CC-8BFA-87D8157F92CD}"/>
              </a:ext>
            </a:extLst>
          </p:cNvPr>
          <p:cNvSpPr/>
          <p:nvPr/>
        </p:nvSpPr>
        <p:spPr>
          <a:xfrm>
            <a:off x="51542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49;p37">
            <a:extLst>
              <a:ext uri="{FF2B5EF4-FFF2-40B4-BE49-F238E27FC236}">
                <a16:creationId xmlns:a16="http://schemas.microsoft.com/office/drawing/2014/main" id="{B1C988D3-E4CE-C41A-C669-B457F8F7F6F7}"/>
              </a:ext>
            </a:extLst>
          </p:cNvPr>
          <p:cNvSpPr/>
          <p:nvPr/>
        </p:nvSpPr>
        <p:spPr>
          <a:xfrm>
            <a:off x="56419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61;p37">
            <a:extLst>
              <a:ext uri="{FF2B5EF4-FFF2-40B4-BE49-F238E27FC236}">
                <a16:creationId xmlns:a16="http://schemas.microsoft.com/office/drawing/2014/main" id="{5ED9F007-2402-A577-B676-9BD27D10B6D9}"/>
              </a:ext>
            </a:extLst>
          </p:cNvPr>
          <p:cNvSpPr txBox="1"/>
          <p:nvPr/>
        </p:nvSpPr>
        <p:spPr>
          <a:xfrm>
            <a:off x="4751425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" name="Google Shape;1062;p37">
            <a:extLst>
              <a:ext uri="{FF2B5EF4-FFF2-40B4-BE49-F238E27FC236}">
                <a16:creationId xmlns:a16="http://schemas.microsoft.com/office/drawing/2014/main" id="{70BB7B20-34C4-91EA-FCAD-73B97794CD6A}"/>
              </a:ext>
            </a:extLst>
          </p:cNvPr>
          <p:cNvSpPr txBox="1"/>
          <p:nvPr/>
        </p:nvSpPr>
        <p:spPr>
          <a:xfrm>
            <a:off x="52600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" name="Google Shape;1063;p37">
            <a:extLst>
              <a:ext uri="{FF2B5EF4-FFF2-40B4-BE49-F238E27FC236}">
                <a16:creationId xmlns:a16="http://schemas.microsoft.com/office/drawing/2014/main" id="{529601C3-C314-79D2-E583-66955FAD8845}"/>
              </a:ext>
            </a:extLst>
          </p:cNvPr>
          <p:cNvSpPr txBox="1"/>
          <p:nvPr/>
        </p:nvSpPr>
        <p:spPr>
          <a:xfrm>
            <a:off x="57146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" name="Google Shape;1074;p37">
            <a:extLst>
              <a:ext uri="{FF2B5EF4-FFF2-40B4-BE49-F238E27FC236}">
                <a16:creationId xmlns:a16="http://schemas.microsoft.com/office/drawing/2014/main" id="{14A0058A-9B96-B614-B4A1-58A3EC1D052F}"/>
              </a:ext>
            </a:extLst>
          </p:cNvPr>
          <p:cNvSpPr/>
          <p:nvPr/>
        </p:nvSpPr>
        <p:spPr>
          <a:xfrm>
            <a:off x="5355107" y="223311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1075;p37">
            <a:extLst>
              <a:ext uri="{FF2B5EF4-FFF2-40B4-BE49-F238E27FC236}">
                <a16:creationId xmlns:a16="http://schemas.microsoft.com/office/drawing/2014/main" id="{805F0334-01CD-B1E2-A12A-880D6DEDC4A9}"/>
              </a:ext>
            </a:extLst>
          </p:cNvPr>
          <p:cNvSpPr/>
          <p:nvPr/>
        </p:nvSpPr>
        <p:spPr>
          <a:xfrm>
            <a:off x="4855837" y="22531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1076;p37">
            <a:extLst>
              <a:ext uri="{FF2B5EF4-FFF2-40B4-BE49-F238E27FC236}">
                <a16:creationId xmlns:a16="http://schemas.microsoft.com/office/drawing/2014/main" id="{87FE53AF-89D0-CE31-3960-5AA4377D1EAF}"/>
              </a:ext>
            </a:extLst>
          </p:cNvPr>
          <p:cNvSpPr/>
          <p:nvPr/>
        </p:nvSpPr>
        <p:spPr>
          <a:xfrm>
            <a:off x="5807447" y="2233126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1058;p37">
            <a:extLst>
              <a:ext uri="{FF2B5EF4-FFF2-40B4-BE49-F238E27FC236}">
                <a16:creationId xmlns:a16="http://schemas.microsoft.com/office/drawing/2014/main" id="{A4B02F51-5599-F576-3F93-95D6D87F3998}"/>
              </a:ext>
            </a:extLst>
          </p:cNvPr>
          <p:cNvSpPr txBox="1"/>
          <p:nvPr/>
        </p:nvSpPr>
        <p:spPr>
          <a:xfrm>
            <a:off x="4621404" y="2034322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1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2" name="Google Shape;1059;p37">
            <a:extLst>
              <a:ext uri="{FF2B5EF4-FFF2-40B4-BE49-F238E27FC236}">
                <a16:creationId xmlns:a16="http://schemas.microsoft.com/office/drawing/2014/main" id="{5AF71189-9941-6A29-F1A6-E3C5552D602C}"/>
              </a:ext>
            </a:extLst>
          </p:cNvPr>
          <p:cNvSpPr txBox="1"/>
          <p:nvPr/>
        </p:nvSpPr>
        <p:spPr>
          <a:xfrm>
            <a:off x="5136676" y="2030787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2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3" name="Google Shape;1060;p37">
            <a:extLst>
              <a:ext uri="{FF2B5EF4-FFF2-40B4-BE49-F238E27FC236}">
                <a16:creationId xmlns:a16="http://schemas.microsoft.com/office/drawing/2014/main" id="{572381F7-35B7-235B-7E71-37A3B8FC2412}"/>
              </a:ext>
            </a:extLst>
          </p:cNvPr>
          <p:cNvSpPr txBox="1"/>
          <p:nvPr/>
        </p:nvSpPr>
        <p:spPr>
          <a:xfrm>
            <a:off x="5590952" y="203322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3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4" name="Google Shape;1132;p38">
            <a:extLst>
              <a:ext uri="{FF2B5EF4-FFF2-40B4-BE49-F238E27FC236}">
                <a16:creationId xmlns:a16="http://schemas.microsoft.com/office/drawing/2014/main" id="{B7D4B908-F02F-A137-C6C4-A919AEE79A37}"/>
              </a:ext>
            </a:extLst>
          </p:cNvPr>
          <p:cNvSpPr/>
          <p:nvPr/>
        </p:nvSpPr>
        <p:spPr>
          <a:xfrm>
            <a:off x="4821523" y="2214979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132;p38">
            <a:extLst>
              <a:ext uri="{FF2B5EF4-FFF2-40B4-BE49-F238E27FC236}">
                <a16:creationId xmlns:a16="http://schemas.microsoft.com/office/drawing/2014/main" id="{C9E9ABAB-7EF1-C3FD-A81B-AA989598FF55}"/>
              </a:ext>
            </a:extLst>
          </p:cNvPr>
          <p:cNvSpPr/>
          <p:nvPr/>
        </p:nvSpPr>
        <p:spPr>
          <a:xfrm>
            <a:off x="5342826" y="2210309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132;p38">
            <a:extLst>
              <a:ext uri="{FF2B5EF4-FFF2-40B4-BE49-F238E27FC236}">
                <a16:creationId xmlns:a16="http://schemas.microsoft.com/office/drawing/2014/main" id="{A7089714-31DB-B858-B4BE-1EF505768974}"/>
              </a:ext>
            </a:extLst>
          </p:cNvPr>
          <p:cNvSpPr/>
          <p:nvPr/>
        </p:nvSpPr>
        <p:spPr>
          <a:xfrm>
            <a:off x="5792374" y="22201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9F78F0-ACB3-3454-C903-1320AE70F803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8" name="Google Shape;1138;p39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39" name="Google Shape;1139;p39"/>
          <p:cNvCxnSpPr>
            <a:stCxn id="1140" idx="0"/>
            <a:endCxn id="1141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0" name="Google Shape;1140;p39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9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2" name="Google Shape;1142;p39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3" name="Google Shape;1143;p39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44" name="Google Shape;1144;p39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45" name="Google Shape;1145;p39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46" name="Google Shape;1146;p39"/>
          <p:cNvCxnSpPr/>
          <p:nvPr/>
        </p:nvCxnSpPr>
        <p:spPr>
          <a:xfrm rot="10800000">
            <a:off x="42286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47" name="Google Shape;1147;p39"/>
          <p:cNvCxnSpPr>
            <a:stCxn id="1148" idx="0"/>
            <a:endCxn id="1149" idx="2"/>
          </p:cNvCxnSpPr>
          <p:nvPr/>
        </p:nvCxnSpPr>
        <p:spPr>
          <a:xfrm rot="10800000">
            <a:off x="42265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8" name="Google Shape;1148;p39"/>
          <p:cNvSpPr/>
          <p:nvPr/>
        </p:nvSpPr>
        <p:spPr>
          <a:xfrm>
            <a:off x="41145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9"/>
          <p:cNvSpPr/>
          <p:nvPr/>
        </p:nvSpPr>
        <p:spPr>
          <a:xfrm>
            <a:off x="41145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0" name="Google Shape;1150;p39"/>
          <p:cNvCxnSpPr/>
          <p:nvPr/>
        </p:nvCxnSpPr>
        <p:spPr>
          <a:xfrm>
            <a:off x="38395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51" name="Google Shape;1151;p39"/>
          <p:cNvSpPr txBox="1"/>
          <p:nvPr/>
        </p:nvSpPr>
        <p:spPr>
          <a:xfrm>
            <a:off x="4118865" y="380274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52" name="Google Shape;1152;p39"/>
          <p:cNvSpPr txBox="1"/>
          <p:nvPr/>
        </p:nvSpPr>
        <p:spPr>
          <a:xfrm>
            <a:off x="4118865" y="2886707"/>
            <a:ext cx="227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53" name="Google Shape;1153;p39"/>
          <p:cNvCxnSpPr/>
          <p:nvPr/>
        </p:nvCxnSpPr>
        <p:spPr>
          <a:xfrm rot="10800000">
            <a:off x="42271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54" name="Google Shape;1154;p39"/>
          <p:cNvSpPr/>
          <p:nvPr/>
        </p:nvSpPr>
        <p:spPr>
          <a:xfrm>
            <a:off x="33267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5" name="Google Shape;1155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74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39"/>
          <p:cNvSpPr txBox="1"/>
          <p:nvPr/>
        </p:nvSpPr>
        <p:spPr>
          <a:xfrm>
            <a:off x="4121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157" name="Google Shape;1157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92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8" name="Google Shape;1158;p39"/>
          <p:cNvCxnSpPr/>
          <p:nvPr/>
        </p:nvCxnSpPr>
        <p:spPr>
          <a:xfrm rot="10800000" flipH="1">
            <a:off x="4386675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9" name="Google Shape;1159;p39"/>
          <p:cNvSpPr txBox="1"/>
          <p:nvPr/>
        </p:nvSpPr>
        <p:spPr>
          <a:xfrm>
            <a:off x="4449200" y="4574125"/>
            <a:ext cx="208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9"/>
          <p:cNvSpPr/>
          <p:nvPr/>
        </p:nvSpPr>
        <p:spPr>
          <a:xfrm>
            <a:off x="59566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4" name="Google Shape;1164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07465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600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39"/>
          <p:cNvSpPr txBox="1"/>
          <p:nvPr/>
        </p:nvSpPr>
        <p:spPr>
          <a:xfrm>
            <a:off x="4692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7" name="Google Shape;1167;p39"/>
          <p:cNvSpPr txBox="1"/>
          <p:nvPr/>
        </p:nvSpPr>
        <p:spPr>
          <a:xfrm>
            <a:off x="5199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8" name="Google Shape;1168;p39"/>
          <p:cNvSpPr txBox="1"/>
          <p:nvPr/>
        </p:nvSpPr>
        <p:spPr>
          <a:xfrm>
            <a:off x="57134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9" name="Google Shape;1169;p39"/>
          <p:cNvSpPr txBox="1"/>
          <p:nvPr/>
        </p:nvSpPr>
        <p:spPr>
          <a:xfrm>
            <a:off x="46877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70" name="Google Shape;1170;p39"/>
          <p:cNvSpPr txBox="1"/>
          <p:nvPr/>
        </p:nvSpPr>
        <p:spPr>
          <a:xfrm>
            <a:off x="51941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71" name="Google Shape;1171;p39"/>
          <p:cNvSpPr txBox="1"/>
          <p:nvPr/>
        </p:nvSpPr>
        <p:spPr>
          <a:xfrm>
            <a:off x="57004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178" name="Google Shape;1178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09215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97997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4197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96134" y="1164300"/>
            <a:ext cx="573419" cy="38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2" name="Google Shape;1182;p39"/>
          <p:cNvCxnSpPr>
            <a:endCxn id="1179" idx="0"/>
          </p:cNvCxnSpPr>
          <p:nvPr/>
        </p:nvCxnSpPr>
        <p:spPr>
          <a:xfrm>
            <a:off x="4781706" y="776400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3" name="Google Shape;1183;p39"/>
          <p:cNvCxnSpPr/>
          <p:nvPr/>
        </p:nvCxnSpPr>
        <p:spPr>
          <a:xfrm>
            <a:off x="5344275" y="780875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4" name="Google Shape;1184;p39"/>
          <p:cNvCxnSpPr/>
          <p:nvPr/>
        </p:nvCxnSpPr>
        <p:spPr>
          <a:xfrm>
            <a:off x="5906775" y="780875"/>
            <a:ext cx="30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5" name="Google Shape;1185;p39"/>
          <p:cNvSpPr txBox="1"/>
          <p:nvPr/>
        </p:nvSpPr>
        <p:spPr>
          <a:xfrm>
            <a:off x="4554300" y="391450"/>
            <a:ext cx="208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head    blah     what    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86" name="Google Shape;1186;p39"/>
          <p:cNvSpPr txBox="1"/>
          <p:nvPr/>
        </p:nvSpPr>
        <p:spPr>
          <a:xfrm>
            <a:off x="6469275" y="572125"/>
            <a:ext cx="24351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Teacher forcing: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инференса использовать teacher forcing не получится  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187" name="Google Shape;1187;p39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380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Обучение 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модели</a:t>
            </a:r>
          </a:p>
        </p:txBody>
      </p:sp>
      <p:sp>
        <p:nvSpPr>
          <p:cNvPr id="1188" name="Google Shape;1188;p39"/>
          <p:cNvSpPr/>
          <p:nvPr/>
        </p:nvSpPr>
        <p:spPr>
          <a:xfrm>
            <a:off x="5803511" y="2209228"/>
            <a:ext cx="73228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9" name="Google Shape;1189;p39"/>
          <p:cNvSpPr/>
          <p:nvPr/>
        </p:nvSpPr>
        <p:spPr>
          <a:xfrm>
            <a:off x="5344275" y="220922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0" name="Google Shape;1190;p39"/>
          <p:cNvSpPr/>
          <p:nvPr/>
        </p:nvSpPr>
        <p:spPr>
          <a:xfrm>
            <a:off x="4844975" y="220922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047;p37">
            <a:extLst>
              <a:ext uri="{FF2B5EF4-FFF2-40B4-BE49-F238E27FC236}">
                <a16:creationId xmlns:a16="http://schemas.microsoft.com/office/drawing/2014/main" id="{D055F4C1-F761-20E1-CA88-4283A86D052D}"/>
              </a:ext>
            </a:extLst>
          </p:cNvPr>
          <p:cNvSpPr/>
          <p:nvPr/>
        </p:nvSpPr>
        <p:spPr>
          <a:xfrm>
            <a:off x="462247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48;p37">
            <a:extLst>
              <a:ext uri="{FF2B5EF4-FFF2-40B4-BE49-F238E27FC236}">
                <a16:creationId xmlns:a16="http://schemas.microsoft.com/office/drawing/2014/main" id="{6F9F5103-457A-796F-A728-D74F275499D3}"/>
              </a:ext>
            </a:extLst>
          </p:cNvPr>
          <p:cNvSpPr/>
          <p:nvPr/>
        </p:nvSpPr>
        <p:spPr>
          <a:xfrm>
            <a:off x="51542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49;p37">
            <a:extLst>
              <a:ext uri="{FF2B5EF4-FFF2-40B4-BE49-F238E27FC236}">
                <a16:creationId xmlns:a16="http://schemas.microsoft.com/office/drawing/2014/main" id="{696D7E44-0E9F-7491-3691-0067BF03DE60}"/>
              </a:ext>
            </a:extLst>
          </p:cNvPr>
          <p:cNvSpPr/>
          <p:nvPr/>
        </p:nvSpPr>
        <p:spPr>
          <a:xfrm>
            <a:off x="56419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61;p37">
            <a:extLst>
              <a:ext uri="{FF2B5EF4-FFF2-40B4-BE49-F238E27FC236}">
                <a16:creationId xmlns:a16="http://schemas.microsoft.com/office/drawing/2014/main" id="{146F653E-0591-2D87-35A2-35FBD33488AD}"/>
              </a:ext>
            </a:extLst>
          </p:cNvPr>
          <p:cNvSpPr txBox="1"/>
          <p:nvPr/>
        </p:nvSpPr>
        <p:spPr>
          <a:xfrm>
            <a:off x="4751425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" name="Google Shape;1062;p37">
            <a:extLst>
              <a:ext uri="{FF2B5EF4-FFF2-40B4-BE49-F238E27FC236}">
                <a16:creationId xmlns:a16="http://schemas.microsoft.com/office/drawing/2014/main" id="{56ECA7AD-8459-5223-449E-1208C4ACCE3F}"/>
              </a:ext>
            </a:extLst>
          </p:cNvPr>
          <p:cNvSpPr txBox="1"/>
          <p:nvPr/>
        </p:nvSpPr>
        <p:spPr>
          <a:xfrm>
            <a:off x="52600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" name="Google Shape;1063;p37">
            <a:extLst>
              <a:ext uri="{FF2B5EF4-FFF2-40B4-BE49-F238E27FC236}">
                <a16:creationId xmlns:a16="http://schemas.microsoft.com/office/drawing/2014/main" id="{0BBFC44C-73F9-7D9F-65B3-45161D66A80B}"/>
              </a:ext>
            </a:extLst>
          </p:cNvPr>
          <p:cNvSpPr txBox="1"/>
          <p:nvPr/>
        </p:nvSpPr>
        <p:spPr>
          <a:xfrm>
            <a:off x="57146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" name="Google Shape;1074;p37">
            <a:extLst>
              <a:ext uri="{FF2B5EF4-FFF2-40B4-BE49-F238E27FC236}">
                <a16:creationId xmlns:a16="http://schemas.microsoft.com/office/drawing/2014/main" id="{2DE6133B-D8EC-9B94-BF0A-6495AC26DB19}"/>
              </a:ext>
            </a:extLst>
          </p:cNvPr>
          <p:cNvSpPr/>
          <p:nvPr/>
        </p:nvSpPr>
        <p:spPr>
          <a:xfrm>
            <a:off x="5355107" y="2233118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1075;p37">
            <a:extLst>
              <a:ext uri="{FF2B5EF4-FFF2-40B4-BE49-F238E27FC236}">
                <a16:creationId xmlns:a16="http://schemas.microsoft.com/office/drawing/2014/main" id="{FB5C25AE-4363-9AE0-9A54-2648EEF00336}"/>
              </a:ext>
            </a:extLst>
          </p:cNvPr>
          <p:cNvSpPr/>
          <p:nvPr/>
        </p:nvSpPr>
        <p:spPr>
          <a:xfrm>
            <a:off x="4855837" y="22531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1076;p37">
            <a:extLst>
              <a:ext uri="{FF2B5EF4-FFF2-40B4-BE49-F238E27FC236}">
                <a16:creationId xmlns:a16="http://schemas.microsoft.com/office/drawing/2014/main" id="{CA981F21-C056-2056-8856-01A4F2567B3C}"/>
              </a:ext>
            </a:extLst>
          </p:cNvPr>
          <p:cNvSpPr/>
          <p:nvPr/>
        </p:nvSpPr>
        <p:spPr>
          <a:xfrm>
            <a:off x="5807447" y="2233126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1058;p37">
            <a:extLst>
              <a:ext uri="{FF2B5EF4-FFF2-40B4-BE49-F238E27FC236}">
                <a16:creationId xmlns:a16="http://schemas.microsoft.com/office/drawing/2014/main" id="{AB969C40-DBC3-830C-B52A-BE4C150C3A26}"/>
              </a:ext>
            </a:extLst>
          </p:cNvPr>
          <p:cNvSpPr txBox="1"/>
          <p:nvPr/>
        </p:nvSpPr>
        <p:spPr>
          <a:xfrm>
            <a:off x="4621404" y="2034322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1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2" name="Google Shape;1059;p37">
            <a:extLst>
              <a:ext uri="{FF2B5EF4-FFF2-40B4-BE49-F238E27FC236}">
                <a16:creationId xmlns:a16="http://schemas.microsoft.com/office/drawing/2014/main" id="{212A4BAA-C0EC-75AC-4027-DECBAE5BD1FD}"/>
              </a:ext>
            </a:extLst>
          </p:cNvPr>
          <p:cNvSpPr txBox="1"/>
          <p:nvPr/>
        </p:nvSpPr>
        <p:spPr>
          <a:xfrm>
            <a:off x="5136676" y="2030787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2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3" name="Google Shape;1060;p37">
            <a:extLst>
              <a:ext uri="{FF2B5EF4-FFF2-40B4-BE49-F238E27FC236}">
                <a16:creationId xmlns:a16="http://schemas.microsoft.com/office/drawing/2014/main" id="{26EC6F03-7345-2C88-04FC-6655758DEA2C}"/>
              </a:ext>
            </a:extLst>
          </p:cNvPr>
          <p:cNvSpPr txBox="1"/>
          <p:nvPr/>
        </p:nvSpPr>
        <p:spPr>
          <a:xfrm>
            <a:off x="5590952" y="203322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fc</a:t>
            </a:r>
            <a:r>
              <a:rPr lang="en" sz="1300" i="1" baseline="-25000" dirty="0">
                <a:solidFill>
                  <a:schemeClr val="dk1"/>
                </a:solidFill>
              </a:rPr>
              <a:t>3</a:t>
            </a:r>
            <a:endParaRPr sz="1300" i="1" baseline="-25000" dirty="0">
              <a:solidFill>
                <a:schemeClr val="dk1"/>
              </a:solidFill>
            </a:endParaRPr>
          </a:p>
        </p:txBody>
      </p:sp>
      <p:sp>
        <p:nvSpPr>
          <p:cNvPr id="14" name="Google Shape;1132;p38">
            <a:extLst>
              <a:ext uri="{FF2B5EF4-FFF2-40B4-BE49-F238E27FC236}">
                <a16:creationId xmlns:a16="http://schemas.microsoft.com/office/drawing/2014/main" id="{B4ED2235-14A3-F944-CFAB-1FD78601643D}"/>
              </a:ext>
            </a:extLst>
          </p:cNvPr>
          <p:cNvSpPr/>
          <p:nvPr/>
        </p:nvSpPr>
        <p:spPr>
          <a:xfrm>
            <a:off x="4821523" y="2214979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132;p38">
            <a:extLst>
              <a:ext uri="{FF2B5EF4-FFF2-40B4-BE49-F238E27FC236}">
                <a16:creationId xmlns:a16="http://schemas.microsoft.com/office/drawing/2014/main" id="{A5E37AE9-F715-4A11-1A4F-0D610824EAE8}"/>
              </a:ext>
            </a:extLst>
          </p:cNvPr>
          <p:cNvSpPr/>
          <p:nvPr/>
        </p:nvSpPr>
        <p:spPr>
          <a:xfrm>
            <a:off x="5342826" y="2210309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132;p38">
            <a:extLst>
              <a:ext uri="{FF2B5EF4-FFF2-40B4-BE49-F238E27FC236}">
                <a16:creationId xmlns:a16="http://schemas.microsoft.com/office/drawing/2014/main" id="{EA71FCCE-F652-DC5C-7E25-24DFAD1EE4A7}"/>
              </a:ext>
            </a:extLst>
          </p:cNvPr>
          <p:cNvSpPr/>
          <p:nvPr/>
        </p:nvSpPr>
        <p:spPr>
          <a:xfrm>
            <a:off x="5792374" y="2220151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9C6F04-A95D-3E1C-B02C-ADE23CD7EA7B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40"/>
          <p:cNvSpPr txBox="1"/>
          <p:nvPr/>
        </p:nvSpPr>
        <p:spPr>
          <a:xfrm>
            <a:off x="489550" y="1155475"/>
            <a:ext cx="6959762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Нюансы обучения: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Encoder и Decoder разные словари (т.к языки разные);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Для обоих словарей можно использовать subword tokenization;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При генерации можно использовать beam search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196" name="Google Shape;1196;p40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439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Обучение модели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8BED1A-C80B-4A16-7C05-7072A9F12F17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Метрики качества для MT</a:t>
            </a:r>
            <a:endParaRPr/>
          </a:p>
        </p:txBody>
      </p:sp>
      <p:sp>
        <p:nvSpPr>
          <p:cNvPr id="1202" name="Google Shape;1202;p41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859455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Как оценивать качество перевода?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При обучении мы используем кросс-энтропию, но она слабо коррелирует с реальным качеством перевода.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Самая распространенная метрика оценки качества перевода — </a:t>
            </a:r>
            <a:r>
              <a:rPr lang="en" sz="1600" dirty="0">
                <a:solidFill>
                  <a:schemeClr val="dk1"/>
                </a:solidFill>
              </a:rPr>
              <a:t>BLEU</a:t>
            </a:r>
            <a:r>
              <a:rPr lang="en" sz="1600" dirty="0"/>
              <a:t> </a:t>
            </a:r>
            <a:endParaRPr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987900-23DC-9D1D-96FD-1413F131D75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2"/>
          <p:cNvSpPr txBox="1"/>
          <p:nvPr/>
        </p:nvSpPr>
        <p:spPr>
          <a:xfrm>
            <a:off x="268974" y="1181950"/>
            <a:ext cx="7454657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построенной нами архитектуры есть недостатки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208" name="Google Shape;1208;p42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439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Обучение модели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A80592-65B6-4F29-A866-CD235E4072E7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RNN for MT</a:t>
            </a:r>
            <a:endParaRPr/>
          </a:p>
        </p:txBody>
      </p:sp>
      <p:sp>
        <p:nvSpPr>
          <p:cNvPr id="1314" name="Google Shape;1314;p44"/>
          <p:cNvSpPr txBox="1"/>
          <p:nvPr/>
        </p:nvSpPr>
        <p:spPr>
          <a:xfrm>
            <a:off x="542568" y="45375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44"/>
          <p:cNvSpPr txBox="1"/>
          <p:nvPr/>
        </p:nvSpPr>
        <p:spPr>
          <a:xfrm>
            <a:off x="1023650" y="45388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6" name="Google Shape;1316;p44"/>
          <p:cNvCxnSpPr>
            <a:stCxn id="1314" idx="0"/>
            <a:endCxn id="1317" idx="2"/>
          </p:cNvCxnSpPr>
          <p:nvPr/>
        </p:nvCxnSpPr>
        <p:spPr>
          <a:xfrm rot="10800000">
            <a:off x="896868" y="42576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18" name="Google Shape;1318;p44"/>
          <p:cNvCxnSpPr>
            <a:endCxn id="1319" idx="2"/>
          </p:cNvCxnSpPr>
          <p:nvPr/>
        </p:nvCxnSpPr>
        <p:spPr>
          <a:xfrm rot="10800000">
            <a:off x="1400280" y="42575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20" name="Google Shape;1320;p44"/>
          <p:cNvCxnSpPr/>
          <p:nvPr/>
        </p:nvCxnSpPr>
        <p:spPr>
          <a:xfrm rot="10800000">
            <a:off x="1899351" y="42574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21" name="Google Shape;1321;p44"/>
          <p:cNvCxnSpPr/>
          <p:nvPr/>
        </p:nvCxnSpPr>
        <p:spPr>
          <a:xfrm rot="10800000">
            <a:off x="2414969" y="42576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22" name="Google Shape;1322;p44"/>
          <p:cNvCxnSpPr>
            <a:stCxn id="1317" idx="0"/>
            <a:endCxn id="1323" idx="2"/>
          </p:cNvCxnSpPr>
          <p:nvPr/>
        </p:nvCxnSpPr>
        <p:spPr>
          <a:xfrm rot="10800000">
            <a:off x="896920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17" name="Google Shape;1317;p44"/>
          <p:cNvSpPr/>
          <p:nvPr/>
        </p:nvSpPr>
        <p:spPr>
          <a:xfrm>
            <a:off x="784870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44"/>
          <p:cNvSpPr/>
          <p:nvPr/>
        </p:nvSpPr>
        <p:spPr>
          <a:xfrm>
            <a:off x="784870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4" name="Google Shape;1324;p44"/>
          <p:cNvCxnSpPr>
            <a:stCxn id="1319" idx="0"/>
            <a:endCxn id="1325" idx="2"/>
          </p:cNvCxnSpPr>
          <p:nvPr/>
        </p:nvCxnSpPr>
        <p:spPr>
          <a:xfrm rot="10800000">
            <a:off x="1400280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19" name="Google Shape;1319;p44"/>
          <p:cNvSpPr/>
          <p:nvPr/>
        </p:nvSpPr>
        <p:spPr>
          <a:xfrm>
            <a:off x="1288230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44"/>
          <p:cNvSpPr/>
          <p:nvPr/>
        </p:nvSpPr>
        <p:spPr>
          <a:xfrm>
            <a:off x="1288230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6" name="Google Shape;1326;p44"/>
          <p:cNvCxnSpPr>
            <a:stCxn id="1327" idx="0"/>
            <a:endCxn id="1328" idx="2"/>
          </p:cNvCxnSpPr>
          <p:nvPr/>
        </p:nvCxnSpPr>
        <p:spPr>
          <a:xfrm rot="10800000">
            <a:off x="1904933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27" name="Google Shape;1327;p44"/>
          <p:cNvSpPr/>
          <p:nvPr/>
        </p:nvSpPr>
        <p:spPr>
          <a:xfrm>
            <a:off x="1792883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44"/>
          <p:cNvSpPr/>
          <p:nvPr/>
        </p:nvSpPr>
        <p:spPr>
          <a:xfrm>
            <a:off x="1792883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9" name="Google Shape;1329;p44"/>
          <p:cNvCxnSpPr>
            <a:stCxn id="1330" idx="0"/>
            <a:endCxn id="1331" idx="2"/>
          </p:cNvCxnSpPr>
          <p:nvPr/>
        </p:nvCxnSpPr>
        <p:spPr>
          <a:xfrm rot="10800000">
            <a:off x="2413024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30" name="Google Shape;1330;p44"/>
          <p:cNvSpPr/>
          <p:nvPr/>
        </p:nvSpPr>
        <p:spPr>
          <a:xfrm>
            <a:off x="2300974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44"/>
          <p:cNvSpPr/>
          <p:nvPr/>
        </p:nvSpPr>
        <p:spPr>
          <a:xfrm>
            <a:off x="2300974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2" name="Google Shape;1332;p44"/>
          <p:cNvCxnSpPr/>
          <p:nvPr/>
        </p:nvCxnSpPr>
        <p:spPr>
          <a:xfrm>
            <a:off x="1017983" y="29688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33" name="Google Shape;1333;p44"/>
          <p:cNvCxnSpPr/>
          <p:nvPr/>
        </p:nvCxnSpPr>
        <p:spPr>
          <a:xfrm>
            <a:off x="1522636" y="29787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34" name="Google Shape;1334;p44"/>
          <p:cNvCxnSpPr/>
          <p:nvPr/>
        </p:nvCxnSpPr>
        <p:spPr>
          <a:xfrm>
            <a:off x="2025996" y="29787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35" name="Google Shape;1335;p44"/>
          <p:cNvSpPr txBox="1"/>
          <p:nvPr/>
        </p:nvSpPr>
        <p:spPr>
          <a:xfrm>
            <a:off x="793923" y="37737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36" name="Google Shape;1336;p44"/>
          <p:cNvSpPr txBox="1"/>
          <p:nvPr/>
        </p:nvSpPr>
        <p:spPr>
          <a:xfrm>
            <a:off x="1300025" y="37737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37" name="Google Shape;1337;p44"/>
          <p:cNvSpPr txBox="1"/>
          <p:nvPr/>
        </p:nvSpPr>
        <p:spPr>
          <a:xfrm>
            <a:off x="1800643" y="37737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38" name="Google Shape;1338;p44"/>
          <p:cNvSpPr txBox="1"/>
          <p:nvPr/>
        </p:nvSpPr>
        <p:spPr>
          <a:xfrm>
            <a:off x="2305296" y="37737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39" name="Google Shape;1339;p44"/>
          <p:cNvSpPr txBox="1"/>
          <p:nvPr/>
        </p:nvSpPr>
        <p:spPr>
          <a:xfrm>
            <a:off x="793923" y="28577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40" name="Google Shape;1340;p44"/>
          <p:cNvSpPr txBox="1"/>
          <p:nvPr/>
        </p:nvSpPr>
        <p:spPr>
          <a:xfrm>
            <a:off x="1300025" y="28577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41" name="Google Shape;1341;p44"/>
          <p:cNvSpPr txBox="1"/>
          <p:nvPr/>
        </p:nvSpPr>
        <p:spPr>
          <a:xfrm>
            <a:off x="1800643" y="28577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42" name="Google Shape;1342;p44"/>
          <p:cNvSpPr txBox="1"/>
          <p:nvPr/>
        </p:nvSpPr>
        <p:spPr>
          <a:xfrm>
            <a:off x="2305296" y="28577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43" name="Google Shape;1343;p44"/>
          <p:cNvSpPr/>
          <p:nvPr/>
        </p:nvSpPr>
        <p:spPr>
          <a:xfrm>
            <a:off x="276781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4" name="Google Shape;1344;p44"/>
          <p:cNvCxnSpPr/>
          <p:nvPr/>
        </p:nvCxnSpPr>
        <p:spPr>
          <a:xfrm>
            <a:off x="514623" y="29688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45" name="Google Shape;1345;p44"/>
          <p:cNvSpPr txBox="1"/>
          <p:nvPr/>
        </p:nvSpPr>
        <p:spPr>
          <a:xfrm>
            <a:off x="276157" y="28526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46" name="Google Shape;1346;p44"/>
          <p:cNvCxnSpPr/>
          <p:nvPr/>
        </p:nvCxnSpPr>
        <p:spPr>
          <a:xfrm rot="10800000">
            <a:off x="895350" y="23475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7" name="Google Shape;1347;p44"/>
          <p:cNvCxnSpPr/>
          <p:nvPr/>
        </p:nvCxnSpPr>
        <p:spPr>
          <a:xfrm rot="10800000">
            <a:off x="1400261" y="23475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8" name="Google Shape;1348;p44"/>
          <p:cNvCxnSpPr/>
          <p:nvPr/>
        </p:nvCxnSpPr>
        <p:spPr>
          <a:xfrm rot="10800000">
            <a:off x="1906906" y="23472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9" name="Google Shape;1349;p44"/>
          <p:cNvCxnSpPr/>
          <p:nvPr/>
        </p:nvCxnSpPr>
        <p:spPr>
          <a:xfrm rot="10800000">
            <a:off x="2413550" y="23475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0" name="Google Shape;1350;p44"/>
          <p:cNvCxnSpPr/>
          <p:nvPr/>
        </p:nvCxnSpPr>
        <p:spPr>
          <a:xfrm rot="10800000">
            <a:off x="2930588" y="42525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1" name="Google Shape;1351;p44"/>
          <p:cNvCxnSpPr>
            <a:stCxn id="1352" idx="0"/>
            <a:endCxn id="1353" idx="2"/>
          </p:cNvCxnSpPr>
          <p:nvPr/>
        </p:nvCxnSpPr>
        <p:spPr>
          <a:xfrm rot="10800000">
            <a:off x="2928572" y="33038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52" name="Google Shape;1352;p44"/>
          <p:cNvSpPr/>
          <p:nvPr/>
        </p:nvSpPr>
        <p:spPr>
          <a:xfrm>
            <a:off x="2816522" y="35720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44"/>
          <p:cNvSpPr/>
          <p:nvPr/>
        </p:nvSpPr>
        <p:spPr>
          <a:xfrm>
            <a:off x="2816522" y="26236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4" name="Google Shape;1354;p44"/>
          <p:cNvCxnSpPr/>
          <p:nvPr/>
        </p:nvCxnSpPr>
        <p:spPr>
          <a:xfrm>
            <a:off x="2541545" y="29737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55" name="Google Shape;1355;p44"/>
          <p:cNvSpPr txBox="1"/>
          <p:nvPr/>
        </p:nvSpPr>
        <p:spPr>
          <a:xfrm>
            <a:off x="2820844" y="37687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56" name="Google Shape;1356;p44"/>
          <p:cNvSpPr txBox="1"/>
          <p:nvPr/>
        </p:nvSpPr>
        <p:spPr>
          <a:xfrm>
            <a:off x="2820844" y="28526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57" name="Google Shape;1357;p44"/>
          <p:cNvCxnSpPr/>
          <p:nvPr/>
        </p:nvCxnSpPr>
        <p:spPr>
          <a:xfrm rot="10800000">
            <a:off x="2929098" y="23424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8" name="Google Shape;1358;p44"/>
          <p:cNvCxnSpPr/>
          <p:nvPr/>
        </p:nvCxnSpPr>
        <p:spPr>
          <a:xfrm rot="10800000">
            <a:off x="3443408" y="42512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9" name="Google Shape;1359;p44"/>
          <p:cNvCxnSpPr>
            <a:stCxn id="1360" idx="0"/>
            <a:endCxn id="1361" idx="2"/>
          </p:cNvCxnSpPr>
          <p:nvPr/>
        </p:nvCxnSpPr>
        <p:spPr>
          <a:xfrm rot="10800000">
            <a:off x="3441393" y="33026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0" name="Google Shape;1360;p44"/>
          <p:cNvSpPr/>
          <p:nvPr/>
        </p:nvSpPr>
        <p:spPr>
          <a:xfrm>
            <a:off x="3329343" y="35708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44"/>
          <p:cNvSpPr/>
          <p:nvPr/>
        </p:nvSpPr>
        <p:spPr>
          <a:xfrm>
            <a:off x="3329343" y="26223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2" name="Google Shape;1362;p44"/>
          <p:cNvCxnSpPr/>
          <p:nvPr/>
        </p:nvCxnSpPr>
        <p:spPr>
          <a:xfrm>
            <a:off x="3054365" y="29724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3" name="Google Shape;1363;p44"/>
          <p:cNvSpPr txBox="1"/>
          <p:nvPr/>
        </p:nvSpPr>
        <p:spPr>
          <a:xfrm>
            <a:off x="3333665" y="37674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4" name="Google Shape;1364;p44"/>
          <p:cNvSpPr txBox="1"/>
          <p:nvPr/>
        </p:nvSpPr>
        <p:spPr>
          <a:xfrm>
            <a:off x="3333665" y="28514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65" name="Google Shape;1365;p44"/>
          <p:cNvCxnSpPr/>
          <p:nvPr/>
        </p:nvCxnSpPr>
        <p:spPr>
          <a:xfrm rot="10800000">
            <a:off x="3441919" y="23411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6" name="Google Shape;1366;p44"/>
          <p:cNvSpPr/>
          <p:nvPr/>
        </p:nvSpPr>
        <p:spPr>
          <a:xfrm>
            <a:off x="2541550" y="22230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7" name="Google Shape;1367;p44"/>
          <p:cNvCxnSpPr/>
          <p:nvPr/>
        </p:nvCxnSpPr>
        <p:spPr>
          <a:xfrm>
            <a:off x="2531650" y="29729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8" name="Google Shape;1368;p44"/>
          <p:cNvSpPr txBox="1"/>
          <p:nvPr/>
        </p:nvSpPr>
        <p:spPr>
          <a:xfrm>
            <a:off x="276775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69" name="Google Shape;1369;p44"/>
          <p:cNvSpPr txBox="1"/>
          <p:nvPr/>
        </p:nvSpPr>
        <p:spPr>
          <a:xfrm>
            <a:off x="7884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0" name="Google Shape;1370;p44"/>
          <p:cNvSpPr txBox="1"/>
          <p:nvPr/>
        </p:nvSpPr>
        <p:spPr>
          <a:xfrm>
            <a:off x="1294525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1" name="Google Shape;1371;p44"/>
          <p:cNvSpPr txBox="1"/>
          <p:nvPr/>
        </p:nvSpPr>
        <p:spPr>
          <a:xfrm>
            <a:off x="179775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2" name="Google Shape;1372;p44"/>
          <p:cNvSpPr txBox="1"/>
          <p:nvPr/>
        </p:nvSpPr>
        <p:spPr>
          <a:xfrm>
            <a:off x="23093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3" name="Google Shape;1373;p44"/>
          <p:cNvSpPr txBox="1"/>
          <p:nvPr/>
        </p:nvSpPr>
        <p:spPr>
          <a:xfrm>
            <a:off x="793925" y="36140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4" name="Google Shape;1374;p44"/>
          <p:cNvSpPr txBox="1"/>
          <p:nvPr/>
        </p:nvSpPr>
        <p:spPr>
          <a:xfrm>
            <a:off x="1297288" y="36139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5" name="Google Shape;1375;p44"/>
          <p:cNvSpPr txBox="1"/>
          <p:nvPr/>
        </p:nvSpPr>
        <p:spPr>
          <a:xfrm>
            <a:off x="1799138" y="36139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6" name="Google Shape;1376;p44"/>
          <p:cNvSpPr txBox="1"/>
          <p:nvPr/>
        </p:nvSpPr>
        <p:spPr>
          <a:xfrm>
            <a:off x="2310000" y="36140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377" name="Google Shape;1377;p4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252225" y="25555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44"/>
          <p:cNvSpPr txBox="1"/>
          <p:nvPr/>
        </p:nvSpPr>
        <p:spPr>
          <a:xfrm>
            <a:off x="33364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79" name="Google Shape;1379;p44"/>
          <p:cNvSpPr txBox="1"/>
          <p:nvPr/>
        </p:nvSpPr>
        <p:spPr>
          <a:xfrm>
            <a:off x="2570400" y="26276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1380" name="Google Shape;1380;p4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864092" y="22360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1" name="Google Shape;1381;p44"/>
          <p:cNvCxnSpPr/>
          <p:nvPr/>
        </p:nvCxnSpPr>
        <p:spPr>
          <a:xfrm rot="10800000" flipH="1">
            <a:off x="3601475" y="29645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2" name="Google Shape;1382;p44"/>
          <p:cNvSpPr txBox="1"/>
          <p:nvPr/>
        </p:nvSpPr>
        <p:spPr>
          <a:xfrm>
            <a:off x="3664000" y="4538825"/>
            <a:ext cx="202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44"/>
          <p:cNvSpPr txBox="1"/>
          <p:nvPr/>
        </p:nvSpPr>
        <p:spPr>
          <a:xfrm>
            <a:off x="3664000" y="1285075"/>
            <a:ext cx="18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&lt;EOS&gt;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4"/>
          <p:cNvSpPr/>
          <p:nvPr/>
        </p:nvSpPr>
        <p:spPr>
          <a:xfrm>
            <a:off x="5171425" y="23411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8" name="Google Shape;1388;p4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922265" y="15871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4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74840" y="15871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44"/>
          <p:cNvSpPr txBox="1"/>
          <p:nvPr/>
        </p:nvSpPr>
        <p:spPr>
          <a:xfrm>
            <a:off x="3907275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91" name="Google Shape;1391;p44"/>
          <p:cNvSpPr txBox="1"/>
          <p:nvPr/>
        </p:nvSpPr>
        <p:spPr>
          <a:xfrm>
            <a:off x="44139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92" name="Google Shape;1392;p44"/>
          <p:cNvSpPr txBox="1"/>
          <p:nvPr/>
        </p:nvSpPr>
        <p:spPr>
          <a:xfrm>
            <a:off x="4928213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93" name="Google Shape;1393;p44"/>
          <p:cNvSpPr txBox="1"/>
          <p:nvPr/>
        </p:nvSpPr>
        <p:spPr>
          <a:xfrm>
            <a:off x="3902563" y="36028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94" name="Google Shape;1394;p44"/>
          <p:cNvSpPr txBox="1"/>
          <p:nvPr/>
        </p:nvSpPr>
        <p:spPr>
          <a:xfrm>
            <a:off x="4408913" y="36028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95" name="Google Shape;1395;p44"/>
          <p:cNvSpPr txBox="1"/>
          <p:nvPr/>
        </p:nvSpPr>
        <p:spPr>
          <a:xfrm>
            <a:off x="4915275" y="36028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cxnSp>
        <p:nvCxnSpPr>
          <p:cNvPr id="1402" name="Google Shape;1402;p44"/>
          <p:cNvCxnSpPr/>
          <p:nvPr/>
        </p:nvCxnSpPr>
        <p:spPr>
          <a:xfrm>
            <a:off x="4164200" y="1517450"/>
            <a:ext cx="379500" cy="3123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1403" name="Google Shape;1403;p44"/>
          <p:cNvCxnSpPr/>
          <p:nvPr/>
        </p:nvCxnSpPr>
        <p:spPr>
          <a:xfrm>
            <a:off x="4626475" y="1506250"/>
            <a:ext cx="379500" cy="3123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dot"/>
            <a:round/>
            <a:headEnd type="none" w="med" len="med"/>
            <a:tailEnd type="triangle" w="med" len="med"/>
          </a:ln>
        </p:spPr>
      </p:cxnSp>
      <p:pic>
        <p:nvPicPr>
          <p:cNvPr id="1404" name="Google Shape;1404;p4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924015" y="15871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44"/>
          <p:cNvSpPr txBox="1"/>
          <p:nvPr/>
        </p:nvSpPr>
        <p:spPr>
          <a:xfrm>
            <a:off x="5966675" y="1205675"/>
            <a:ext cx="2574600" cy="35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Недостатки: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RNN может забывать информацию из начала предложения;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Вся информация о входном предложении содержится в одном векторе </a:t>
            </a:r>
            <a:r>
              <a:rPr lang="en" sz="1600" i="1" dirty="0">
                <a:solidFill>
                  <a:schemeClr val="dk1"/>
                </a:solidFill>
              </a:rPr>
              <a:t>h</a:t>
            </a:r>
            <a:r>
              <a:rPr lang="en" sz="1600" i="1" baseline="-25000" dirty="0">
                <a:solidFill>
                  <a:schemeClr val="dk1"/>
                </a:solidFill>
              </a:rPr>
              <a:t>d</a:t>
            </a:r>
            <a:r>
              <a:rPr lang="en" sz="1600" i="1" baseline="30000" dirty="0">
                <a:solidFill>
                  <a:schemeClr val="dk1"/>
                </a:solidFill>
              </a:rPr>
              <a:t>0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406" name="Google Shape;1406;p44"/>
          <p:cNvSpPr/>
          <p:nvPr/>
        </p:nvSpPr>
        <p:spPr>
          <a:xfrm>
            <a:off x="3175750" y="2473075"/>
            <a:ext cx="488100" cy="916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85;p43">
            <a:extLst>
              <a:ext uri="{FF2B5EF4-FFF2-40B4-BE49-F238E27FC236}">
                <a16:creationId xmlns:a16="http://schemas.microsoft.com/office/drawing/2014/main" id="{AC5D8A5E-6BC3-A430-55B8-09F4DE6DE5CB}"/>
              </a:ext>
            </a:extLst>
          </p:cNvPr>
          <p:cNvSpPr/>
          <p:nvPr/>
        </p:nvSpPr>
        <p:spPr>
          <a:xfrm>
            <a:off x="3837275" y="20070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86;p43">
            <a:extLst>
              <a:ext uri="{FF2B5EF4-FFF2-40B4-BE49-F238E27FC236}">
                <a16:creationId xmlns:a16="http://schemas.microsoft.com/office/drawing/2014/main" id="{B9809B32-F520-8F95-BFEF-D2C1A121DFCB}"/>
              </a:ext>
            </a:extLst>
          </p:cNvPr>
          <p:cNvSpPr/>
          <p:nvPr/>
        </p:nvSpPr>
        <p:spPr>
          <a:xfrm>
            <a:off x="4369025" y="20070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87;p43">
            <a:extLst>
              <a:ext uri="{FF2B5EF4-FFF2-40B4-BE49-F238E27FC236}">
                <a16:creationId xmlns:a16="http://schemas.microsoft.com/office/drawing/2014/main" id="{6682D509-3BB4-0A58-867D-9B7776F54080}"/>
              </a:ext>
            </a:extLst>
          </p:cNvPr>
          <p:cNvSpPr/>
          <p:nvPr/>
        </p:nvSpPr>
        <p:spPr>
          <a:xfrm>
            <a:off x="4856700" y="20070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296;p43">
            <a:extLst>
              <a:ext uri="{FF2B5EF4-FFF2-40B4-BE49-F238E27FC236}">
                <a16:creationId xmlns:a16="http://schemas.microsoft.com/office/drawing/2014/main" id="{B84C7375-CDDF-940E-72BC-3A32CFF7AA7F}"/>
              </a:ext>
            </a:extLst>
          </p:cNvPr>
          <p:cNvSpPr txBox="1"/>
          <p:nvPr/>
        </p:nvSpPr>
        <p:spPr>
          <a:xfrm>
            <a:off x="3856300" y="198395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6" name="Google Shape;1297;p43">
            <a:extLst>
              <a:ext uri="{FF2B5EF4-FFF2-40B4-BE49-F238E27FC236}">
                <a16:creationId xmlns:a16="http://schemas.microsoft.com/office/drawing/2014/main" id="{24092B79-ABF6-6000-CCF1-F183E207DD7E}"/>
              </a:ext>
            </a:extLst>
          </p:cNvPr>
          <p:cNvSpPr txBox="1"/>
          <p:nvPr/>
        </p:nvSpPr>
        <p:spPr>
          <a:xfrm>
            <a:off x="4356500" y="19904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7" name="Google Shape;1298;p43">
            <a:extLst>
              <a:ext uri="{FF2B5EF4-FFF2-40B4-BE49-F238E27FC236}">
                <a16:creationId xmlns:a16="http://schemas.microsoft.com/office/drawing/2014/main" id="{2A87CE0D-3494-B93F-0D26-F764E26BEE73}"/>
              </a:ext>
            </a:extLst>
          </p:cNvPr>
          <p:cNvSpPr txBox="1"/>
          <p:nvPr/>
        </p:nvSpPr>
        <p:spPr>
          <a:xfrm>
            <a:off x="4815800" y="19728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3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8" name="Google Shape;1299;p43">
            <a:extLst>
              <a:ext uri="{FF2B5EF4-FFF2-40B4-BE49-F238E27FC236}">
                <a16:creationId xmlns:a16="http://schemas.microsoft.com/office/drawing/2014/main" id="{4887251E-A539-7CD4-C4BD-2362CD804EC4}"/>
              </a:ext>
            </a:extLst>
          </p:cNvPr>
          <p:cNvSpPr txBox="1"/>
          <p:nvPr/>
        </p:nvSpPr>
        <p:spPr>
          <a:xfrm>
            <a:off x="3966225" y="19528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" name="Google Shape;1300;p43">
            <a:extLst>
              <a:ext uri="{FF2B5EF4-FFF2-40B4-BE49-F238E27FC236}">
                <a16:creationId xmlns:a16="http://schemas.microsoft.com/office/drawing/2014/main" id="{F2D89DD2-767E-0DDA-1B95-D1C2E36475B0}"/>
              </a:ext>
            </a:extLst>
          </p:cNvPr>
          <p:cNvSpPr txBox="1"/>
          <p:nvPr/>
        </p:nvSpPr>
        <p:spPr>
          <a:xfrm>
            <a:off x="4474850" y="19528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" name="Google Shape;1301;p43">
            <a:extLst>
              <a:ext uri="{FF2B5EF4-FFF2-40B4-BE49-F238E27FC236}">
                <a16:creationId xmlns:a16="http://schemas.microsoft.com/office/drawing/2014/main" id="{842B28D7-6853-8756-AABD-F7FE164D588A}"/>
              </a:ext>
            </a:extLst>
          </p:cNvPr>
          <p:cNvSpPr txBox="1"/>
          <p:nvPr/>
        </p:nvSpPr>
        <p:spPr>
          <a:xfrm>
            <a:off x="4929425" y="19604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" name="Google Shape;1306;p43">
            <a:extLst>
              <a:ext uri="{FF2B5EF4-FFF2-40B4-BE49-F238E27FC236}">
                <a16:creationId xmlns:a16="http://schemas.microsoft.com/office/drawing/2014/main" id="{28E082C2-472F-C7E7-59FE-D8C61612DECC}"/>
              </a:ext>
            </a:extLst>
          </p:cNvPr>
          <p:cNvSpPr/>
          <p:nvPr/>
        </p:nvSpPr>
        <p:spPr>
          <a:xfrm>
            <a:off x="5016976" y="2172002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307;p43">
            <a:extLst>
              <a:ext uri="{FF2B5EF4-FFF2-40B4-BE49-F238E27FC236}">
                <a16:creationId xmlns:a16="http://schemas.microsoft.com/office/drawing/2014/main" id="{5C6A6D66-FC24-ABC3-260F-8D31B811BFA5}"/>
              </a:ext>
            </a:extLst>
          </p:cNvPr>
          <p:cNvSpPr/>
          <p:nvPr/>
        </p:nvSpPr>
        <p:spPr>
          <a:xfrm>
            <a:off x="4559265" y="2167405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308;p43">
            <a:extLst>
              <a:ext uri="{FF2B5EF4-FFF2-40B4-BE49-F238E27FC236}">
                <a16:creationId xmlns:a16="http://schemas.microsoft.com/office/drawing/2014/main" id="{262C0E75-D465-86A9-EC0C-35ED629F7090}"/>
              </a:ext>
            </a:extLst>
          </p:cNvPr>
          <p:cNvSpPr/>
          <p:nvPr/>
        </p:nvSpPr>
        <p:spPr>
          <a:xfrm>
            <a:off x="4058475" y="2167237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06797-91DF-69FD-74B6-D3CA26A1E228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RNN for MT</a:t>
            </a:r>
            <a:endParaRPr/>
          </a:p>
        </p:txBody>
      </p:sp>
      <p:sp>
        <p:nvSpPr>
          <p:cNvPr id="1415" name="Google Shape;1415;p45"/>
          <p:cNvSpPr txBox="1"/>
          <p:nvPr/>
        </p:nvSpPr>
        <p:spPr>
          <a:xfrm>
            <a:off x="458774" y="1179200"/>
            <a:ext cx="7959801" cy="188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Как можно бороться с этими проблемами: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Использовать GRU/LSTM;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Использовать bidirectional RNN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Но ничего из этого не поможет решить проблему достаточно хорошо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D29130-DB23-A948-C743-67AFA867AB3D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Bidirectional RNN</a:t>
            </a:r>
            <a:endParaRPr/>
          </a:p>
        </p:txBody>
      </p:sp>
      <p:pic>
        <p:nvPicPr>
          <p:cNvPr id="1421" name="Google Shape;142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17300"/>
            <a:ext cx="2466350" cy="2242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46"/>
          <p:cNvSpPr/>
          <p:nvPr/>
        </p:nvSpPr>
        <p:spPr>
          <a:xfrm>
            <a:off x="951825" y="2708475"/>
            <a:ext cx="1826100" cy="36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3" name="Google Shape;1423;p46"/>
          <p:cNvSpPr/>
          <p:nvPr/>
        </p:nvSpPr>
        <p:spPr>
          <a:xfrm>
            <a:off x="563650" y="3211350"/>
            <a:ext cx="176400" cy="41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4" name="Google Shape;1424;p46"/>
          <p:cNvSpPr/>
          <p:nvPr/>
        </p:nvSpPr>
        <p:spPr>
          <a:xfrm>
            <a:off x="2093275" y="3176050"/>
            <a:ext cx="96000" cy="16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5" name="Google Shape;1425;p46"/>
          <p:cNvSpPr/>
          <p:nvPr/>
        </p:nvSpPr>
        <p:spPr>
          <a:xfrm>
            <a:off x="2610200" y="3211350"/>
            <a:ext cx="115800" cy="16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6" name="Google Shape;1426;p46"/>
          <p:cNvSpPr/>
          <p:nvPr/>
        </p:nvSpPr>
        <p:spPr>
          <a:xfrm>
            <a:off x="3078125" y="2152800"/>
            <a:ext cx="176400" cy="41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7" name="Google Shape;142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73288" y="2078550"/>
            <a:ext cx="2335975" cy="742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8" name="Google Shape;1428;p46"/>
          <p:cNvCxnSpPr/>
          <p:nvPr/>
        </p:nvCxnSpPr>
        <p:spPr>
          <a:xfrm rot="10800000">
            <a:off x="2345800" y="3890812"/>
            <a:ext cx="282300" cy="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9" name="Google Shape;1429;p46"/>
          <p:cNvCxnSpPr/>
          <p:nvPr/>
        </p:nvCxnSpPr>
        <p:spPr>
          <a:xfrm rot="10800000">
            <a:off x="2345800" y="2959950"/>
            <a:ext cx="0" cy="91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0" name="Google Shape;1430;p46"/>
          <p:cNvCxnSpPr/>
          <p:nvPr/>
        </p:nvCxnSpPr>
        <p:spPr>
          <a:xfrm rot="10800000" flipH="1">
            <a:off x="2354600" y="2796625"/>
            <a:ext cx="255600" cy="16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1" name="Google Shape;1431;p46"/>
          <p:cNvCxnSpPr/>
          <p:nvPr/>
        </p:nvCxnSpPr>
        <p:spPr>
          <a:xfrm rot="10800000">
            <a:off x="1836525" y="3890812"/>
            <a:ext cx="282300" cy="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2" name="Google Shape;1432;p46"/>
          <p:cNvCxnSpPr/>
          <p:nvPr/>
        </p:nvCxnSpPr>
        <p:spPr>
          <a:xfrm rot="10800000">
            <a:off x="1353700" y="3890812"/>
            <a:ext cx="282300" cy="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3" name="Google Shape;1433;p46"/>
          <p:cNvCxnSpPr/>
          <p:nvPr/>
        </p:nvCxnSpPr>
        <p:spPr>
          <a:xfrm rot="10800000">
            <a:off x="862050" y="3890812"/>
            <a:ext cx="282300" cy="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46"/>
          <p:cNvCxnSpPr/>
          <p:nvPr/>
        </p:nvCxnSpPr>
        <p:spPr>
          <a:xfrm rot="10800000">
            <a:off x="1840925" y="2959950"/>
            <a:ext cx="0" cy="91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46"/>
          <p:cNvCxnSpPr/>
          <p:nvPr/>
        </p:nvCxnSpPr>
        <p:spPr>
          <a:xfrm rot="10800000">
            <a:off x="1371350" y="2959950"/>
            <a:ext cx="0" cy="91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46"/>
          <p:cNvCxnSpPr/>
          <p:nvPr/>
        </p:nvCxnSpPr>
        <p:spPr>
          <a:xfrm rot="10800000">
            <a:off x="875325" y="2959950"/>
            <a:ext cx="0" cy="91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7" name="Google Shape;1437;p46"/>
          <p:cNvCxnSpPr/>
          <p:nvPr/>
        </p:nvCxnSpPr>
        <p:spPr>
          <a:xfrm rot="10800000" flipH="1">
            <a:off x="1849875" y="2805525"/>
            <a:ext cx="255600" cy="16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8" name="Google Shape;1438;p46"/>
          <p:cNvCxnSpPr/>
          <p:nvPr/>
        </p:nvCxnSpPr>
        <p:spPr>
          <a:xfrm rot="10800000" flipH="1">
            <a:off x="1371350" y="2805525"/>
            <a:ext cx="255600" cy="16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9" name="Google Shape;1439;p46"/>
          <p:cNvCxnSpPr/>
          <p:nvPr/>
        </p:nvCxnSpPr>
        <p:spPr>
          <a:xfrm rot="10800000" flipH="1">
            <a:off x="875400" y="2805525"/>
            <a:ext cx="255600" cy="16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0" name="Google Shape;1440;p46"/>
          <p:cNvCxnSpPr/>
          <p:nvPr/>
        </p:nvCxnSpPr>
        <p:spPr>
          <a:xfrm rot="10800000" flipH="1">
            <a:off x="1092975" y="1641025"/>
            <a:ext cx="900" cy="4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1" name="Google Shape;1441;p46"/>
          <p:cNvCxnSpPr/>
          <p:nvPr/>
        </p:nvCxnSpPr>
        <p:spPr>
          <a:xfrm rot="10800000" flipH="1">
            <a:off x="2637750" y="1641025"/>
            <a:ext cx="9000" cy="4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2" name="Google Shape;1442;p46"/>
          <p:cNvCxnSpPr/>
          <p:nvPr/>
        </p:nvCxnSpPr>
        <p:spPr>
          <a:xfrm rot="10800000" flipH="1">
            <a:off x="1622325" y="1658725"/>
            <a:ext cx="900" cy="441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3" name="Google Shape;1443;p46"/>
          <p:cNvCxnSpPr/>
          <p:nvPr/>
        </p:nvCxnSpPr>
        <p:spPr>
          <a:xfrm rot="10800000">
            <a:off x="2134975" y="1640875"/>
            <a:ext cx="6300" cy="46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4" name="Google Shape;1444;p46"/>
          <p:cNvSpPr txBox="1"/>
          <p:nvPr/>
        </p:nvSpPr>
        <p:spPr>
          <a:xfrm>
            <a:off x="3780875" y="199225"/>
            <a:ext cx="44241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Один bidirectional слой имеет два вектора скрытого состояния.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Один “читает” последовательность слева направо, второй — справа налево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445" name="Google Shape;144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651" y="3246449"/>
            <a:ext cx="176400" cy="344398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46"/>
          <p:cNvSpPr/>
          <p:nvPr/>
        </p:nvSpPr>
        <p:spPr>
          <a:xfrm>
            <a:off x="644050" y="3264325"/>
            <a:ext cx="96000" cy="16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7" name="Google Shape;1447;p46"/>
          <p:cNvSpPr/>
          <p:nvPr/>
        </p:nvSpPr>
        <p:spPr>
          <a:xfrm>
            <a:off x="1617225" y="3176050"/>
            <a:ext cx="115800" cy="16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8" name="Google Shape;1448;p46"/>
          <p:cNvSpPr/>
          <p:nvPr/>
        </p:nvSpPr>
        <p:spPr>
          <a:xfrm>
            <a:off x="1120738" y="3176050"/>
            <a:ext cx="115800" cy="16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9" name="Google Shape;1449;p46"/>
          <p:cNvSpPr txBox="1"/>
          <p:nvPr/>
        </p:nvSpPr>
        <p:spPr>
          <a:xfrm>
            <a:off x="550900" y="3178825"/>
            <a:ext cx="463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</a:rPr>
              <a:t>L                  L                 L                 L                 L</a:t>
            </a:r>
            <a:endParaRPr sz="1000" dirty="0">
              <a:solidFill>
                <a:schemeClr val="dk1"/>
              </a:solidFill>
            </a:endParaRPr>
          </a:p>
        </p:txBody>
      </p:sp>
      <p:pic>
        <p:nvPicPr>
          <p:cNvPr id="1450" name="Google Shape;1450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8125" y="2295625"/>
            <a:ext cx="176400" cy="3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34850" y="2337925"/>
            <a:ext cx="176400" cy="2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53075" y="2331321"/>
            <a:ext cx="176400" cy="24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34125" y="2343420"/>
            <a:ext cx="176400" cy="21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5175" y="2322642"/>
            <a:ext cx="176400" cy="2599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46"/>
          <p:cNvSpPr txBox="1"/>
          <p:nvPr/>
        </p:nvSpPr>
        <p:spPr>
          <a:xfrm>
            <a:off x="1029774" y="2199143"/>
            <a:ext cx="24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</a:rPr>
              <a:t>R                 R                 R                R                  R</a:t>
            </a:r>
            <a:endParaRPr sz="1000" dirty="0">
              <a:solidFill>
                <a:schemeClr val="dk1"/>
              </a:solidFill>
            </a:endParaRPr>
          </a:p>
        </p:txBody>
      </p:sp>
      <p:cxnSp>
        <p:nvCxnSpPr>
          <p:cNvPr id="1456" name="Google Shape;1456;p46"/>
          <p:cNvCxnSpPr/>
          <p:nvPr/>
        </p:nvCxnSpPr>
        <p:spPr>
          <a:xfrm rot="10800000" flipH="1">
            <a:off x="1155750" y="2840775"/>
            <a:ext cx="194100" cy="25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7" name="Google Shape;1457;p46"/>
          <p:cNvCxnSpPr/>
          <p:nvPr/>
        </p:nvCxnSpPr>
        <p:spPr>
          <a:xfrm rot="10800000" flipH="1">
            <a:off x="1641350" y="2796675"/>
            <a:ext cx="237900" cy="300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8" name="Google Shape;1458;p46"/>
          <p:cNvCxnSpPr/>
          <p:nvPr/>
        </p:nvCxnSpPr>
        <p:spPr>
          <a:xfrm rot="10800000" flipH="1">
            <a:off x="2619000" y="2814325"/>
            <a:ext cx="292500" cy="28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9" name="Google Shape;1459;p46"/>
          <p:cNvCxnSpPr/>
          <p:nvPr/>
        </p:nvCxnSpPr>
        <p:spPr>
          <a:xfrm rot="10800000" flipH="1">
            <a:off x="2152675" y="2805575"/>
            <a:ext cx="220500" cy="28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0" name="Google Shape;1460;p46"/>
          <p:cNvCxnSpPr/>
          <p:nvPr/>
        </p:nvCxnSpPr>
        <p:spPr>
          <a:xfrm rot="10800000" flipH="1">
            <a:off x="1349850" y="1993925"/>
            <a:ext cx="8700" cy="84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1" name="Google Shape;1461;p46"/>
          <p:cNvCxnSpPr/>
          <p:nvPr/>
        </p:nvCxnSpPr>
        <p:spPr>
          <a:xfrm rot="10800000" flipH="1">
            <a:off x="1877438" y="1973400"/>
            <a:ext cx="8700" cy="84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2" name="Google Shape;1462;p46"/>
          <p:cNvCxnSpPr/>
          <p:nvPr/>
        </p:nvCxnSpPr>
        <p:spPr>
          <a:xfrm rot="10800000" flipH="1">
            <a:off x="2377813" y="1973400"/>
            <a:ext cx="8700" cy="84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3" name="Google Shape;1463;p46"/>
          <p:cNvCxnSpPr/>
          <p:nvPr/>
        </p:nvCxnSpPr>
        <p:spPr>
          <a:xfrm rot="10800000" flipH="1">
            <a:off x="2923663" y="1973400"/>
            <a:ext cx="8700" cy="84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4" name="Google Shape;1464;p46"/>
          <p:cNvCxnSpPr/>
          <p:nvPr/>
        </p:nvCxnSpPr>
        <p:spPr>
          <a:xfrm rot="10800000">
            <a:off x="1208600" y="1667600"/>
            <a:ext cx="167700" cy="33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5" name="Google Shape;1465;p46"/>
          <p:cNvCxnSpPr/>
          <p:nvPr/>
        </p:nvCxnSpPr>
        <p:spPr>
          <a:xfrm rot="10800000">
            <a:off x="1720425" y="1693925"/>
            <a:ext cx="176400" cy="28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6" name="Google Shape;1466;p46"/>
          <p:cNvCxnSpPr/>
          <p:nvPr/>
        </p:nvCxnSpPr>
        <p:spPr>
          <a:xfrm rot="10800000">
            <a:off x="2214500" y="1667525"/>
            <a:ext cx="176400" cy="30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7" name="Google Shape;1467;p46"/>
          <p:cNvCxnSpPr/>
          <p:nvPr/>
        </p:nvCxnSpPr>
        <p:spPr>
          <a:xfrm rot="10800000">
            <a:off x="2743775" y="1676350"/>
            <a:ext cx="194100" cy="30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5C61D5F-2295-6578-956E-26225ED6693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Итоги</a:t>
            </a:r>
            <a:r>
              <a:rPr lang="ru-RU" dirty="0"/>
              <a:t> раздела</a:t>
            </a:r>
            <a:endParaRPr dirty="0"/>
          </a:p>
        </p:txBody>
      </p:sp>
      <p:sp>
        <p:nvSpPr>
          <p:cNvPr id="1473" name="Google Shape;1473;p47"/>
          <p:cNvSpPr txBox="1"/>
          <p:nvPr/>
        </p:nvSpPr>
        <p:spPr>
          <a:xfrm>
            <a:off x="352900" y="1248000"/>
            <a:ext cx="723662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 этом </a:t>
            </a:r>
            <a:r>
              <a:rPr lang="ru-RU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разделе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мы разобрали: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Задачу машинного перевода;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RNN-архитектуру Seq2Seq для решения задачи перевода;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Принцип и нюансы обучения модели Seq2Seq для перевода;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Недостатки модели Seq2Seq, основанной на RNN.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E98FCF-2D0A-C5E5-7DBE-5A7D1848BCE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65418F54-EA85-73E7-BB28-EF0F3B3C0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>
            <a:extLst>
              <a:ext uri="{FF2B5EF4-FFF2-40B4-BE49-F238E27FC236}">
                <a16:creationId xmlns:a16="http://schemas.microsoft.com/office/drawing/2014/main" id="{DE0A7934-8EE7-B976-7F29-1A5D8BE9C3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63091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lang="en" sz="3600" dirty="0">
                <a:latin typeface="Arial" panose="020B0604020202020204" pitchFamily="34" charset="0"/>
                <a:cs typeface="Arial" panose="020B0604020202020204" pitchFamily="34" charset="0"/>
              </a:rPr>
              <a:t>еханизм Attention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B7A69-E781-25D9-22A1-E61496F7D7A7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768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План раздела</a:t>
            </a:r>
            <a:endParaRPr dirty="0"/>
          </a:p>
        </p:txBody>
      </p:sp>
      <p:sp>
        <p:nvSpPr>
          <p:cNvPr id="2" name="Google Shape;71;p17">
            <a:extLst>
              <a:ext uri="{FF2B5EF4-FFF2-40B4-BE49-F238E27FC236}">
                <a16:creationId xmlns:a16="http://schemas.microsoft.com/office/drawing/2014/main" id="{98F4E537-E2F8-D04E-455F-522FF3B50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736926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2750" indent="-285750">
              <a:lnSpc>
                <a:spcPct val="2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Задача машинного перевода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en" sz="1600" dirty="0">
                <a:solidFill>
                  <a:schemeClr val="tx1"/>
                </a:solidFill>
                <a:ea typeface="Old Standard TT"/>
              </a:rPr>
              <a:t>Механизм attention: идея</a:t>
            </a:r>
            <a:endParaRPr lang="en" sz="1600" dirty="0">
              <a:solidFill>
                <a:schemeClr val="dk1"/>
              </a:solidFill>
            </a:endParaRPr>
          </a:p>
          <a:p>
            <a:pPr marL="412750" indent="-285750">
              <a:lnSpc>
                <a:spcPct val="2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ea typeface="Old Standard TT"/>
              </a:rPr>
              <a:t>Применение </a:t>
            </a:r>
            <a:r>
              <a:rPr lang="ru-RU" sz="1600" dirty="0" err="1">
                <a:solidFill>
                  <a:schemeClr val="tx1"/>
                </a:solidFill>
                <a:ea typeface="Old Standard TT"/>
              </a:rPr>
              <a:t>Attention</a:t>
            </a:r>
            <a:r>
              <a:rPr lang="ru-RU" sz="1600" dirty="0">
                <a:solidFill>
                  <a:schemeClr val="tx1"/>
                </a:solidFill>
                <a:ea typeface="Old Standard TT"/>
              </a:rPr>
              <a:t> для RNN-модели Seq2Seq для задачи машинного перевода;</a:t>
            </a:r>
          </a:p>
          <a:p>
            <a:pPr marL="412750" indent="-285750">
              <a:lnSpc>
                <a:spcPct val="20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ea typeface="Old Standard TT"/>
              </a:rPr>
              <a:t>Разные варианты </a:t>
            </a:r>
            <a:r>
              <a:rPr lang="en-US" sz="1600" dirty="0">
                <a:solidFill>
                  <a:schemeClr val="tx1"/>
                </a:solidFill>
                <a:ea typeface="Old Standard TT"/>
              </a:rPr>
              <a:t>Attention </a:t>
            </a:r>
            <a:endParaRPr lang="ru-RU" sz="1600" dirty="0">
              <a:solidFill>
                <a:schemeClr val="tx1"/>
              </a:solidFill>
              <a:ea typeface="Old Standard TT"/>
            </a:endParaRPr>
          </a:p>
          <a:p>
            <a:pPr marL="127000" indent="0">
              <a:lnSpc>
                <a:spcPct val="200000"/>
              </a:lnSpc>
              <a:buClr>
                <a:schemeClr val="dk1"/>
              </a:buClr>
              <a:buSzPts val="1600"/>
              <a:buNone/>
            </a:pPr>
            <a:endParaRPr lang="en" sz="1600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D90FD-E2F2-1E64-57C7-4325EA35C19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RNN для MT: напоминание</a:t>
            </a:r>
            <a:endParaRPr/>
          </a:p>
        </p:txBody>
      </p:sp>
      <p:sp>
        <p:nvSpPr>
          <p:cNvPr id="83" name="Google Shape;83;p19"/>
          <p:cNvSpPr txBox="1"/>
          <p:nvPr/>
        </p:nvSpPr>
        <p:spPr>
          <a:xfrm>
            <a:off x="542568" y="45375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1023650" y="45388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9"/>
          <p:cNvCxnSpPr>
            <a:stCxn id="83" idx="0"/>
            <a:endCxn id="86" idx="2"/>
          </p:cNvCxnSpPr>
          <p:nvPr/>
        </p:nvCxnSpPr>
        <p:spPr>
          <a:xfrm rot="10800000">
            <a:off x="896868" y="42576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" name="Google Shape;87;p19"/>
          <p:cNvCxnSpPr>
            <a:endCxn id="88" idx="2"/>
          </p:cNvCxnSpPr>
          <p:nvPr/>
        </p:nvCxnSpPr>
        <p:spPr>
          <a:xfrm rot="10800000">
            <a:off x="1400280" y="42575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" name="Google Shape;89;p19"/>
          <p:cNvCxnSpPr/>
          <p:nvPr/>
        </p:nvCxnSpPr>
        <p:spPr>
          <a:xfrm rot="10800000">
            <a:off x="1899351" y="42574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" name="Google Shape;90;p19"/>
          <p:cNvCxnSpPr/>
          <p:nvPr/>
        </p:nvCxnSpPr>
        <p:spPr>
          <a:xfrm rot="10800000">
            <a:off x="2414969" y="42576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" name="Google Shape;91;p19"/>
          <p:cNvCxnSpPr>
            <a:stCxn id="86" idx="0"/>
            <a:endCxn id="92" idx="2"/>
          </p:cNvCxnSpPr>
          <p:nvPr/>
        </p:nvCxnSpPr>
        <p:spPr>
          <a:xfrm rot="10800000">
            <a:off x="896920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6" name="Google Shape;86;p19"/>
          <p:cNvSpPr/>
          <p:nvPr/>
        </p:nvSpPr>
        <p:spPr>
          <a:xfrm>
            <a:off x="784870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784870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9"/>
          <p:cNvCxnSpPr>
            <a:stCxn id="88" idx="0"/>
            <a:endCxn id="94" idx="2"/>
          </p:cNvCxnSpPr>
          <p:nvPr/>
        </p:nvCxnSpPr>
        <p:spPr>
          <a:xfrm rot="10800000">
            <a:off x="1400280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8" name="Google Shape;88;p19"/>
          <p:cNvSpPr/>
          <p:nvPr/>
        </p:nvSpPr>
        <p:spPr>
          <a:xfrm>
            <a:off x="1288230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1288230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9"/>
          <p:cNvCxnSpPr>
            <a:stCxn id="96" idx="0"/>
            <a:endCxn id="97" idx="2"/>
          </p:cNvCxnSpPr>
          <p:nvPr/>
        </p:nvCxnSpPr>
        <p:spPr>
          <a:xfrm rot="10800000">
            <a:off x="1904933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6" name="Google Shape;96;p19"/>
          <p:cNvSpPr/>
          <p:nvPr/>
        </p:nvSpPr>
        <p:spPr>
          <a:xfrm>
            <a:off x="1792883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1792883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9"/>
          <p:cNvCxnSpPr>
            <a:stCxn id="99" idx="0"/>
            <a:endCxn id="100" idx="2"/>
          </p:cNvCxnSpPr>
          <p:nvPr/>
        </p:nvCxnSpPr>
        <p:spPr>
          <a:xfrm rot="10800000">
            <a:off x="2413024" y="33089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" name="Google Shape;99;p19"/>
          <p:cNvSpPr/>
          <p:nvPr/>
        </p:nvSpPr>
        <p:spPr>
          <a:xfrm>
            <a:off x="2300974" y="35771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2300974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9"/>
          <p:cNvCxnSpPr/>
          <p:nvPr/>
        </p:nvCxnSpPr>
        <p:spPr>
          <a:xfrm>
            <a:off x="1017983" y="29688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" name="Google Shape;102;p19"/>
          <p:cNvCxnSpPr/>
          <p:nvPr/>
        </p:nvCxnSpPr>
        <p:spPr>
          <a:xfrm>
            <a:off x="1522636" y="29787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" name="Google Shape;103;p19"/>
          <p:cNvCxnSpPr/>
          <p:nvPr/>
        </p:nvCxnSpPr>
        <p:spPr>
          <a:xfrm>
            <a:off x="2025996" y="29787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4" name="Google Shape;104;p19"/>
          <p:cNvSpPr txBox="1"/>
          <p:nvPr/>
        </p:nvSpPr>
        <p:spPr>
          <a:xfrm>
            <a:off x="793923" y="37737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1300025" y="37737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1800643" y="37737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2305296" y="37737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93923" y="28577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1300025" y="28577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1800643" y="28577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2305296" y="28577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276781" y="26286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19"/>
          <p:cNvCxnSpPr/>
          <p:nvPr/>
        </p:nvCxnSpPr>
        <p:spPr>
          <a:xfrm>
            <a:off x="514623" y="29688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" name="Google Shape;114;p19"/>
          <p:cNvSpPr txBox="1"/>
          <p:nvPr/>
        </p:nvSpPr>
        <p:spPr>
          <a:xfrm>
            <a:off x="276157" y="28526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5" name="Google Shape;115;p19"/>
          <p:cNvCxnSpPr/>
          <p:nvPr/>
        </p:nvCxnSpPr>
        <p:spPr>
          <a:xfrm rot="10800000">
            <a:off x="895350" y="23475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" name="Google Shape;116;p19"/>
          <p:cNvCxnSpPr/>
          <p:nvPr/>
        </p:nvCxnSpPr>
        <p:spPr>
          <a:xfrm rot="10800000">
            <a:off x="1400261" y="23475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19"/>
          <p:cNvCxnSpPr/>
          <p:nvPr/>
        </p:nvCxnSpPr>
        <p:spPr>
          <a:xfrm rot="10800000">
            <a:off x="1906906" y="23472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19"/>
          <p:cNvCxnSpPr/>
          <p:nvPr/>
        </p:nvCxnSpPr>
        <p:spPr>
          <a:xfrm rot="10800000">
            <a:off x="2413550" y="23475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19"/>
          <p:cNvCxnSpPr/>
          <p:nvPr/>
        </p:nvCxnSpPr>
        <p:spPr>
          <a:xfrm rot="10800000">
            <a:off x="2930588" y="42525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" name="Google Shape;120;p19"/>
          <p:cNvCxnSpPr>
            <a:stCxn id="121" idx="0"/>
            <a:endCxn id="122" idx="2"/>
          </p:cNvCxnSpPr>
          <p:nvPr/>
        </p:nvCxnSpPr>
        <p:spPr>
          <a:xfrm rot="10800000">
            <a:off x="2928572" y="33038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1" name="Google Shape;121;p19"/>
          <p:cNvSpPr/>
          <p:nvPr/>
        </p:nvSpPr>
        <p:spPr>
          <a:xfrm>
            <a:off x="2816522" y="35720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816522" y="26236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19"/>
          <p:cNvCxnSpPr/>
          <p:nvPr/>
        </p:nvCxnSpPr>
        <p:spPr>
          <a:xfrm>
            <a:off x="2541545" y="29737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4" name="Google Shape;124;p19"/>
          <p:cNvSpPr txBox="1"/>
          <p:nvPr/>
        </p:nvSpPr>
        <p:spPr>
          <a:xfrm>
            <a:off x="2820844" y="37687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2820844" y="28526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6" name="Google Shape;126;p19"/>
          <p:cNvCxnSpPr/>
          <p:nvPr/>
        </p:nvCxnSpPr>
        <p:spPr>
          <a:xfrm rot="10800000">
            <a:off x="2929098" y="23424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7" name="Google Shape;127;p19"/>
          <p:cNvCxnSpPr/>
          <p:nvPr/>
        </p:nvCxnSpPr>
        <p:spPr>
          <a:xfrm rot="10800000">
            <a:off x="3443408" y="42512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8" name="Google Shape;128;p19"/>
          <p:cNvCxnSpPr>
            <a:stCxn id="129" idx="0"/>
            <a:endCxn id="130" idx="2"/>
          </p:cNvCxnSpPr>
          <p:nvPr/>
        </p:nvCxnSpPr>
        <p:spPr>
          <a:xfrm rot="10800000">
            <a:off x="3441393" y="33026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9" name="Google Shape;129;p19"/>
          <p:cNvSpPr/>
          <p:nvPr/>
        </p:nvSpPr>
        <p:spPr>
          <a:xfrm>
            <a:off x="3329343" y="35708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329343" y="26223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9"/>
          <p:cNvCxnSpPr/>
          <p:nvPr/>
        </p:nvCxnSpPr>
        <p:spPr>
          <a:xfrm>
            <a:off x="3054365" y="29724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2" name="Google Shape;132;p19"/>
          <p:cNvSpPr txBox="1"/>
          <p:nvPr/>
        </p:nvSpPr>
        <p:spPr>
          <a:xfrm>
            <a:off x="3333665" y="37674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3333665" y="28514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4" name="Google Shape;134;p19"/>
          <p:cNvCxnSpPr/>
          <p:nvPr/>
        </p:nvCxnSpPr>
        <p:spPr>
          <a:xfrm rot="10800000">
            <a:off x="3441919" y="23411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5" name="Google Shape;135;p19"/>
          <p:cNvSpPr/>
          <p:nvPr/>
        </p:nvSpPr>
        <p:spPr>
          <a:xfrm>
            <a:off x="2541550" y="22230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p19"/>
          <p:cNvCxnSpPr/>
          <p:nvPr/>
        </p:nvCxnSpPr>
        <p:spPr>
          <a:xfrm>
            <a:off x="2531650" y="29729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" name="Google Shape;137;p19"/>
          <p:cNvSpPr txBox="1"/>
          <p:nvPr/>
        </p:nvSpPr>
        <p:spPr>
          <a:xfrm>
            <a:off x="276775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7884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1294525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79775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23093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793925" y="36140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1297288" y="36139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799138" y="36139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2310000" y="36140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252225" y="25555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33364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2570400" y="26276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864092" y="22360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/>
          <p:nvPr/>
        </p:nvCxnSpPr>
        <p:spPr>
          <a:xfrm rot="10800000" flipH="1">
            <a:off x="3601475" y="29645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151;p19"/>
          <p:cNvSpPr txBox="1"/>
          <p:nvPr/>
        </p:nvSpPr>
        <p:spPr>
          <a:xfrm>
            <a:off x="3664000" y="4538825"/>
            <a:ext cx="202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664000" y="1285075"/>
            <a:ext cx="18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Good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&lt;EOS&gt;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171425" y="23411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3837275" y="20070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4369025" y="20070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4856700" y="20070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922265" y="1587113"/>
            <a:ext cx="17146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74840" y="15871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3907275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4413900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4928213" y="26668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902563" y="36028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4408913" y="36028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4915275" y="36028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3856300" y="198395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0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4356500" y="19904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4815800" y="19728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3966225" y="19528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4474850" y="19528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4929425" y="19604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4164200" y="1517450"/>
            <a:ext cx="379500" cy="3123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9"/>
          <p:cNvCxnSpPr/>
          <p:nvPr/>
        </p:nvCxnSpPr>
        <p:spPr>
          <a:xfrm>
            <a:off x="4626475" y="1506250"/>
            <a:ext cx="379500" cy="3123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dot"/>
            <a:round/>
            <a:headEnd type="none" w="med" len="med"/>
            <a:tailEnd type="triangle" w="med" len="med"/>
          </a:ln>
        </p:spPr>
      </p:cxnSp>
      <p:pic>
        <p:nvPicPr>
          <p:cNvPr id="173" name="Google Shape;173;p1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924015" y="15871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3175750" y="2473075"/>
            <a:ext cx="488100" cy="916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966675" y="1205675"/>
            <a:ext cx="2574600" cy="35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Недостатки: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000000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RNN может забывать информацию из начала предложения;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000000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Вся информация о входном предложении содержится в одном векторе </a:t>
            </a:r>
            <a:r>
              <a:rPr lang="en" sz="1600" i="1" dirty="0">
                <a:solidFill>
                  <a:srgbClr val="000000"/>
                </a:solidFill>
              </a:rPr>
              <a:t>h</a:t>
            </a:r>
            <a:r>
              <a:rPr lang="en" sz="1600" i="1" baseline="-25000" dirty="0">
                <a:solidFill>
                  <a:srgbClr val="000000"/>
                </a:solidFill>
              </a:rPr>
              <a:t>d</a:t>
            </a:r>
            <a:r>
              <a:rPr lang="en" sz="1600" i="1" baseline="30000" dirty="0">
                <a:solidFill>
                  <a:srgbClr val="000000"/>
                </a:solidFill>
              </a:rPr>
              <a:t>0</a:t>
            </a:r>
            <a:r>
              <a:rPr lang="en" sz="1600" dirty="0">
                <a:solidFill>
                  <a:srgbClr val="000000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1308;p43">
            <a:extLst>
              <a:ext uri="{FF2B5EF4-FFF2-40B4-BE49-F238E27FC236}">
                <a16:creationId xmlns:a16="http://schemas.microsoft.com/office/drawing/2014/main" id="{1356FE21-1A84-3D4A-7D32-E80AA7736529}"/>
              </a:ext>
            </a:extLst>
          </p:cNvPr>
          <p:cNvSpPr/>
          <p:nvPr/>
        </p:nvSpPr>
        <p:spPr>
          <a:xfrm>
            <a:off x="4060380" y="2169142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308;p43">
            <a:extLst>
              <a:ext uri="{FF2B5EF4-FFF2-40B4-BE49-F238E27FC236}">
                <a16:creationId xmlns:a16="http://schemas.microsoft.com/office/drawing/2014/main" id="{2375A585-8F67-2DC8-73FC-D7F386F73A6E}"/>
              </a:ext>
            </a:extLst>
          </p:cNvPr>
          <p:cNvSpPr/>
          <p:nvPr/>
        </p:nvSpPr>
        <p:spPr>
          <a:xfrm>
            <a:off x="4575800" y="2172817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308;p43">
            <a:extLst>
              <a:ext uri="{FF2B5EF4-FFF2-40B4-BE49-F238E27FC236}">
                <a16:creationId xmlns:a16="http://schemas.microsoft.com/office/drawing/2014/main" id="{8961192B-6382-894A-A027-F003A3A93A2A}"/>
              </a:ext>
            </a:extLst>
          </p:cNvPr>
          <p:cNvSpPr/>
          <p:nvPr/>
        </p:nvSpPr>
        <p:spPr>
          <a:xfrm>
            <a:off x="5023800" y="217640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531F1-2110-D7A9-E3CF-0A0628D133AB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Attention: идея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370550" y="1178950"/>
            <a:ext cx="81790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Допустим, нам надо перевести следующее предложение на английский язык: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rgbClr val="1155CC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Высокий статный мужчина в шляпе с прекрасным ярким попугаем на плече только что зашел в здание на углу Старого Косого переулка</a:t>
            </a:r>
            <a:endParaRPr sz="1600" i="1" dirty="0">
              <a:solidFill>
                <a:srgbClr val="1155CC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i="1" dirty="0">
              <a:solidFill>
                <a:srgbClr val="1155CC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EE7195-E276-38E6-EAA7-BAF6ABF3D1F3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Attention: идея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370550" y="1178950"/>
            <a:ext cx="8194330" cy="3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Допустим, нам надо перевести следующее предложение на английский язык: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rgbClr val="1155CC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Высокий статный мужчина в шляпе с прекрасным ярким попугаем на плече только что зашел в здание на углу Старого Косого переулка</a:t>
            </a:r>
            <a:endParaRPr sz="1600" i="1" dirty="0">
              <a:solidFill>
                <a:srgbClr val="1155CC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Как работает наша RNN-модель: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Читает это предложение один раз и “запоминает” его в вектор скрытого состояния;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Генерирует предложение-перевод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EEF22-3AE3-32F2-4047-B3D42EC3E4CF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Attention: идея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370550" y="1178950"/>
            <a:ext cx="8148610" cy="3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Допустим, нам надо перевести следующее предложение на английский язык: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rgbClr val="1155CC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Высокий статный мужчина в шляпе с прекрасным ярким попугаем на плече только что зашел в здание на углу Старого Косого переулка</a:t>
            </a:r>
            <a:endParaRPr sz="1600" i="1" dirty="0">
              <a:solidFill>
                <a:srgbClr val="1155CC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Что бы делали мы (люди):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генерации перевода мы бы несколько раз смотрели на разные части исходного предложения, чтобы найти те части, на которые стоит обратить внимание в данный момент времени, и лучше их запомнить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271EDF-1856-5E67-8D37-27C3FDE62EBE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Attention: идея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370550" y="1178950"/>
            <a:ext cx="8232430" cy="3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Допустим, нам надо перевести следующее предложение на английский язык: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rgbClr val="1155CC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Высокий статный мужчина в шляпе с прекрасным ярким попугаем на плече только что зашел в здание на углу Старого Косого переулка</a:t>
            </a:r>
            <a:endParaRPr sz="1600" i="1" dirty="0">
              <a:solidFill>
                <a:srgbClr val="1155CC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Механизм Attention — это то, что поможет декодеру модели “подглядывать” в нужные части исходного предложения во время генерации.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F36B5-294C-164E-EE98-702D9CEFA24E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23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5" y="1217500"/>
            <a:ext cx="4543200" cy="38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3063850" y="330200"/>
            <a:ext cx="4235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Идея Attention была впервые предложена в 2014-2015 году в </a:t>
            </a:r>
            <a:r>
              <a:rPr lang="en" sz="1600" u="sng" dirty="0">
                <a:solidFill>
                  <a:schemeClr val="hlink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  <a:hlinkClick r:id="rId4"/>
              </a:rPr>
              <a:t>этой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статье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B5B56-7390-6B4F-EC81-B08AF5574157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5"/>
          <p:cNvCxnSpPr>
            <a:stCxn id="211" idx="0"/>
            <a:endCxn id="214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5" name="Google Shape;215;p25"/>
          <p:cNvCxnSpPr>
            <a:endCxn id="216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7" name="Google Shape;217;p25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8" name="Google Shape;218;p25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9" name="Google Shape;219;p25"/>
          <p:cNvCxnSpPr>
            <a:stCxn id="214" idx="0"/>
            <a:endCxn id="220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4" name="Google Shape;214;p25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25"/>
          <p:cNvCxnSpPr>
            <a:stCxn id="216" idx="0"/>
            <a:endCxn id="223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6" name="Google Shape;216;p25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25"/>
          <p:cNvCxnSpPr>
            <a:stCxn id="225" idx="0"/>
            <a:endCxn id="226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5" name="Google Shape;225;p25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5"/>
          <p:cNvCxnSpPr>
            <a:stCxn id="228" idx="0"/>
            <a:endCxn id="229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8" name="Google Shape;228;p25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25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1" name="Google Shape;231;p25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2" name="Google Shape;232;p25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3" name="Google Shape;233;p25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5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3" name="Google Shape;243;p25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45" name="Google Shape;245;p25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6" name="Google Shape;246;p25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7" name="Google Shape;247;p25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8" name="Google Shape;248;p25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9" name="Google Shape;249;p25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0" name="Google Shape;250;p25"/>
          <p:cNvCxnSpPr>
            <a:stCxn id="251" idx="0"/>
            <a:endCxn id="252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1" name="Google Shape;251;p25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25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4" name="Google Shape;254;p25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56" name="Google Shape;256;p25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7" name="Google Shape;257;p25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8" name="Google Shape;258;p25"/>
          <p:cNvCxnSpPr>
            <a:stCxn id="259" idx="0"/>
            <a:endCxn id="260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9" name="Google Shape;259;p25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25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2" name="Google Shape;262;p25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64" name="Google Shape;264;p25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6" name="Google Shape;266;p25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cxnSp>
        <p:nvCxnSpPr>
          <p:cNvPr id="267" name="Google Shape;267;p25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" name="Google Shape;268;p25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277" name="Google Shape;277;p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2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349275" y="1464525"/>
            <a:ext cx="15606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4973063" y="2844700"/>
            <a:ext cx="171300" cy="28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1764500" y="2152675"/>
            <a:ext cx="1986000" cy="492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372725" y="1275900"/>
            <a:ext cx="3726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Энкодер будет работать точно так же, как и раньше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254;p26">
            <a:extLst>
              <a:ext uri="{FF2B5EF4-FFF2-40B4-BE49-F238E27FC236}">
                <a16:creationId xmlns:a16="http://schemas.microsoft.com/office/drawing/2014/main" id="{E9448D94-B266-74BB-BEC6-DE5E4C214C62}"/>
              </a:ext>
            </a:extLst>
          </p:cNvPr>
          <p:cNvSpPr txBox="1"/>
          <p:nvPr/>
        </p:nvSpPr>
        <p:spPr>
          <a:xfrm>
            <a:off x="126131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255;p26">
            <a:extLst>
              <a:ext uri="{FF2B5EF4-FFF2-40B4-BE49-F238E27FC236}">
                <a16:creationId xmlns:a16="http://schemas.microsoft.com/office/drawing/2014/main" id="{DFC99712-0338-43F6-6EA9-0FF5615C045C}"/>
              </a:ext>
            </a:extLst>
          </p:cNvPr>
          <p:cNvSpPr txBox="1"/>
          <p:nvPr/>
        </p:nvSpPr>
        <p:spPr>
          <a:xfrm>
            <a:off x="126131" y="2853860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6;p26">
            <a:extLst>
              <a:ext uri="{FF2B5EF4-FFF2-40B4-BE49-F238E27FC236}">
                <a16:creationId xmlns:a16="http://schemas.microsoft.com/office/drawing/2014/main" id="{91B1BC91-6668-D668-3B86-FAB14E6E8948}"/>
              </a:ext>
            </a:extLst>
          </p:cNvPr>
          <p:cNvSpPr txBox="1"/>
          <p:nvPr/>
        </p:nvSpPr>
        <p:spPr>
          <a:xfrm>
            <a:off x="126131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6A39E-BF3C-960D-1498-99A3F63D991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26"/>
          <p:cNvCxnSpPr>
            <a:stCxn id="302" idx="0"/>
            <a:endCxn id="305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6" name="Google Shape;306;p26"/>
          <p:cNvCxnSpPr>
            <a:endCxn id="307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8" name="Google Shape;308;p26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9" name="Google Shape;309;p26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0" name="Google Shape;310;p26"/>
          <p:cNvCxnSpPr>
            <a:stCxn id="305" idx="0"/>
            <a:endCxn id="311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5" name="Google Shape;305;p26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26"/>
          <p:cNvCxnSpPr>
            <a:stCxn id="307" idx="0"/>
            <a:endCxn id="314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7" name="Google Shape;307;p26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26"/>
          <p:cNvCxnSpPr>
            <a:stCxn id="316" idx="0"/>
            <a:endCxn id="317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6" name="Google Shape;316;p26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26"/>
          <p:cNvCxnSpPr>
            <a:stCxn id="319" idx="0"/>
            <a:endCxn id="320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9" name="Google Shape;319;p26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26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2" name="Google Shape;322;p26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3" name="Google Shape;323;p26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4" name="Google Shape;324;p26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26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4" name="Google Shape;334;p26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36" name="Google Shape;336;p26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7" name="Google Shape;337;p26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8" name="Google Shape;338;p26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9" name="Google Shape;339;p26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0" name="Google Shape;340;p26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1" name="Google Shape;341;p26"/>
          <p:cNvCxnSpPr>
            <a:stCxn id="342" idx="0"/>
            <a:endCxn id="343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2" name="Google Shape;342;p26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26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5" name="Google Shape;345;p26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47" name="Google Shape;347;p26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8" name="Google Shape;348;p26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9" name="Google Shape;349;p26"/>
          <p:cNvCxnSpPr>
            <a:stCxn id="350" idx="0"/>
            <a:endCxn id="351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0" name="Google Shape;350;p26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26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3" name="Google Shape;353;p26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55" name="Google Shape;355;p26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7" name="Google Shape;357;p26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8" name="Google Shape;358;p26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9" name="Google Shape;359;p26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0" name="Google Shape;360;p26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2" name="Google Shape;362;p26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5" name="Google Shape;365;p26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368" name="Google Shape;368;p2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70" name="Google Shape;370;p26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371" name="Google Shape;371;p2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2" name="Google Shape;372;p26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3" name="Google Shape;373;p26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6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7" name="Google Shape;377;p2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79" name="Google Shape;379;p26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1" name="Google Shape;381;p26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2" name="Google Shape;382;p26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385" name="Google Shape;385;p26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6" name="Google Shape;386;p26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5349275" y="1464525"/>
            <a:ext cx="15606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6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4973063" y="2844700"/>
            <a:ext cx="171300" cy="28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1764500" y="2152675"/>
            <a:ext cx="1986000" cy="492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414900" y="1210550"/>
            <a:ext cx="4605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Перед тем, как обновить скрытое состояние декодера, нам нужно “обратить внимание” на входную последовательность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254;p26">
            <a:extLst>
              <a:ext uri="{FF2B5EF4-FFF2-40B4-BE49-F238E27FC236}">
                <a16:creationId xmlns:a16="http://schemas.microsoft.com/office/drawing/2014/main" id="{BE915FD8-D5BE-3BD3-3C4B-C7F53883916A}"/>
              </a:ext>
            </a:extLst>
          </p:cNvPr>
          <p:cNvSpPr txBox="1"/>
          <p:nvPr/>
        </p:nvSpPr>
        <p:spPr>
          <a:xfrm>
            <a:off x="126131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255;p26">
            <a:extLst>
              <a:ext uri="{FF2B5EF4-FFF2-40B4-BE49-F238E27FC236}">
                <a16:creationId xmlns:a16="http://schemas.microsoft.com/office/drawing/2014/main" id="{95EA5297-8193-0DFC-C5EB-1B4BA28F5BC1}"/>
              </a:ext>
            </a:extLst>
          </p:cNvPr>
          <p:cNvSpPr txBox="1"/>
          <p:nvPr/>
        </p:nvSpPr>
        <p:spPr>
          <a:xfrm>
            <a:off x="126131" y="2853860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6;p26">
            <a:extLst>
              <a:ext uri="{FF2B5EF4-FFF2-40B4-BE49-F238E27FC236}">
                <a16:creationId xmlns:a16="http://schemas.microsoft.com/office/drawing/2014/main" id="{52199805-7F88-8A76-1CA7-C134B420D066}"/>
              </a:ext>
            </a:extLst>
          </p:cNvPr>
          <p:cNvSpPr txBox="1"/>
          <p:nvPr/>
        </p:nvSpPr>
        <p:spPr>
          <a:xfrm>
            <a:off x="126131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29B22-881D-5A61-2E77-8947A3228E3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27"/>
          <p:cNvCxnSpPr>
            <a:stCxn id="397" idx="0"/>
            <a:endCxn id="400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1" name="Google Shape;401;p27"/>
          <p:cNvCxnSpPr>
            <a:endCxn id="402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3" name="Google Shape;403;p27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4" name="Google Shape;404;p27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5" name="Google Shape;405;p27"/>
          <p:cNvCxnSpPr>
            <a:stCxn id="400" idx="0"/>
            <a:endCxn id="406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0" name="Google Shape;400;p27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7"/>
          <p:cNvCxnSpPr>
            <a:stCxn id="402" idx="0"/>
            <a:endCxn id="409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2" name="Google Shape;402;p27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27"/>
          <p:cNvCxnSpPr>
            <a:stCxn id="411" idx="0"/>
            <a:endCxn id="412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1" name="Google Shape;411;p27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27"/>
          <p:cNvCxnSpPr>
            <a:stCxn id="414" idx="0"/>
            <a:endCxn id="415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4" name="Google Shape;414;p27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27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7" name="Google Shape;417;p27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8" name="Google Shape;418;p27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9" name="Google Shape;419;p27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0" name="Google Shape;420;p27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1" name="Google Shape;421;p27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2" name="Google Shape;422;p27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4" name="Google Shape;424;p27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6" name="Google Shape;426;p27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27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9" name="Google Shape;429;p27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31" name="Google Shape;431;p27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2" name="Google Shape;432;p27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3" name="Google Shape;433;p27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4" name="Google Shape;434;p27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5" name="Google Shape;435;p27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6" name="Google Shape;436;p27"/>
          <p:cNvCxnSpPr>
            <a:stCxn id="437" idx="0"/>
            <a:endCxn id="438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7" name="Google Shape;437;p27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27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0" name="Google Shape;440;p27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42" name="Google Shape;442;p27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3" name="Google Shape;443;p27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4" name="Google Shape;444;p27"/>
          <p:cNvCxnSpPr>
            <a:stCxn id="445" idx="0"/>
            <a:endCxn id="446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5" name="Google Shape;445;p27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27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8" name="Google Shape;448;p27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9" name="Google Shape;449;p27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50" name="Google Shape;450;p27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2" name="Google Shape;452;p27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3" name="Google Shape;453;p27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4" name="Google Shape;454;p27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55" name="Google Shape;455;p27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56" name="Google Shape;456;p27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57" name="Google Shape;457;p27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58" name="Google Shape;458;p27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59" name="Google Shape;459;p27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60" name="Google Shape;460;p27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61" name="Google Shape;461;p27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62" name="Google Shape;462;p27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463" name="Google Shape;463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7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65" name="Google Shape;465;p27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466" name="Google Shape;466;p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27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8" name="Google Shape;468;p27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6249600" y="2376463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7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7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2" name="Google Shape;472;p2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7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4" name="Google Shape;474;p27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5" name="Google Shape;475;p27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6" name="Google Shape;476;p27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78" name="Google Shape;478;p27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479" name="Google Shape;479;p27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480" name="Google Shape;480;p27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81" name="Google Shape;481;p27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5349275" y="1464525"/>
            <a:ext cx="15606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4973063" y="2844700"/>
            <a:ext cx="171300" cy="28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0" name="Google Shape;490;p27"/>
          <p:cNvCxnSpPr>
            <a:stCxn id="463" idx="0"/>
            <a:endCxn id="486" idx="5"/>
          </p:cNvCxnSpPr>
          <p:nvPr/>
        </p:nvCxnSpPr>
        <p:spPr>
          <a:xfrm rot="10800000">
            <a:off x="2073750" y="2300175"/>
            <a:ext cx="23916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Google Shape;491;p27"/>
          <p:cNvCxnSpPr>
            <a:endCxn id="487" idx="5"/>
          </p:cNvCxnSpPr>
          <p:nvPr/>
        </p:nvCxnSpPr>
        <p:spPr>
          <a:xfrm rot="10800000">
            <a:off x="2590758" y="2300149"/>
            <a:ext cx="18747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27"/>
          <p:cNvCxnSpPr>
            <a:stCxn id="463" idx="0"/>
            <a:endCxn id="488" idx="5"/>
          </p:cNvCxnSpPr>
          <p:nvPr/>
        </p:nvCxnSpPr>
        <p:spPr>
          <a:xfrm rot="10800000">
            <a:off x="3107850" y="2300175"/>
            <a:ext cx="13575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27"/>
          <p:cNvCxnSpPr>
            <a:stCxn id="463" idx="0"/>
            <a:endCxn id="489" idx="5"/>
          </p:cNvCxnSpPr>
          <p:nvPr/>
        </p:nvCxnSpPr>
        <p:spPr>
          <a:xfrm rot="10800000">
            <a:off x="3589950" y="2300175"/>
            <a:ext cx="8754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4" name="Google Shape;494;p27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495" name="Google Shape;495;p27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496" name="Google Shape;496;p27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497" name="Google Shape;497;p27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40</a:t>
            </a:r>
            <a:endParaRPr sz="1500" i="1" baseline="-25000">
              <a:solidFill>
                <a:schemeClr val="dk2"/>
              </a:solidFill>
            </a:endParaRPr>
          </a:p>
        </p:txBody>
      </p:sp>
      <p:cxnSp>
        <p:nvCxnSpPr>
          <p:cNvPr id="498" name="Google Shape;498;p27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9" name="Google Shape;499;p27"/>
          <p:cNvSpPr/>
          <p:nvPr/>
        </p:nvSpPr>
        <p:spPr>
          <a:xfrm>
            <a:off x="1871725" y="1336574"/>
            <a:ext cx="205500" cy="415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2359650" y="1062208"/>
            <a:ext cx="205500" cy="68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2894100" y="1622415"/>
            <a:ext cx="205500" cy="1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3364725" y="1570813"/>
            <a:ext cx="205500" cy="167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"/>
          <p:cNvSpPr txBox="1"/>
          <p:nvPr/>
        </p:nvSpPr>
        <p:spPr>
          <a:xfrm>
            <a:off x="1614775" y="546452"/>
            <a:ext cx="5081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0.56   1.42    -0.45  -0.08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4762625" y="754575"/>
            <a:ext cx="3874500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1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ω</a:t>
            </a:r>
            <a:r>
              <a:rPr lang="en" sz="1600" b="1" i="1" baseline="-250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i0</a:t>
            </a:r>
            <a:r>
              <a:rPr lang="en" sz="1600" i="1" baseline="-250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r>
              <a:rPr lang="en" sz="1600" i="1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— это вес (важность) i-го входного токена для текущего состояния декодера</a:t>
            </a:r>
            <a:endParaRPr sz="19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505" name="Google Shape;505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11290" y="1984375"/>
            <a:ext cx="141136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4;p26">
            <a:extLst>
              <a:ext uri="{FF2B5EF4-FFF2-40B4-BE49-F238E27FC236}">
                <a16:creationId xmlns:a16="http://schemas.microsoft.com/office/drawing/2014/main" id="{3D740114-C0F9-AFB9-25A0-6BD8B72CB543}"/>
              </a:ext>
            </a:extLst>
          </p:cNvPr>
          <p:cNvSpPr txBox="1"/>
          <p:nvPr/>
        </p:nvSpPr>
        <p:spPr>
          <a:xfrm>
            <a:off x="126131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255;p26">
            <a:extLst>
              <a:ext uri="{FF2B5EF4-FFF2-40B4-BE49-F238E27FC236}">
                <a16:creationId xmlns:a16="http://schemas.microsoft.com/office/drawing/2014/main" id="{C7EDB870-AF74-B725-02DB-3D2FF5DC53FA}"/>
              </a:ext>
            </a:extLst>
          </p:cNvPr>
          <p:cNvSpPr txBox="1"/>
          <p:nvPr/>
        </p:nvSpPr>
        <p:spPr>
          <a:xfrm>
            <a:off x="126131" y="2853860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6;p26">
            <a:extLst>
              <a:ext uri="{FF2B5EF4-FFF2-40B4-BE49-F238E27FC236}">
                <a16:creationId xmlns:a16="http://schemas.microsoft.com/office/drawing/2014/main" id="{66B20D31-9E01-22BE-4E11-AEEB248A59DF}"/>
              </a:ext>
            </a:extLst>
          </p:cNvPr>
          <p:cNvSpPr txBox="1"/>
          <p:nvPr/>
        </p:nvSpPr>
        <p:spPr>
          <a:xfrm>
            <a:off x="126131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1EE73-30DA-02C8-C83D-D0E3A7E61455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8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8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28"/>
          <p:cNvCxnSpPr>
            <a:stCxn id="510" idx="0"/>
            <a:endCxn id="513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4" name="Google Shape;514;p28"/>
          <p:cNvCxnSpPr>
            <a:endCxn id="515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6" name="Google Shape;516;p28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7" name="Google Shape;517;p28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8" name="Google Shape;518;p28"/>
          <p:cNvCxnSpPr>
            <a:stCxn id="513" idx="0"/>
            <a:endCxn id="519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3" name="Google Shape;513;p28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1" name="Google Shape;521;p28"/>
          <p:cNvCxnSpPr>
            <a:stCxn id="515" idx="0"/>
            <a:endCxn id="522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5" name="Google Shape;515;p28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28"/>
          <p:cNvCxnSpPr>
            <a:stCxn id="524" idx="0"/>
            <a:endCxn id="525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4" name="Google Shape;524;p28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28"/>
          <p:cNvCxnSpPr>
            <a:stCxn id="527" idx="0"/>
            <a:endCxn id="528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7" name="Google Shape;527;p28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p28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0" name="Google Shape;530;p28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1" name="Google Shape;531;p28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2" name="Google Shape;532;p28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3" name="Google Shape;533;p28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4" name="Google Shape;534;p28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5" name="Google Shape;535;p28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6" name="Google Shape;536;p28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7" name="Google Shape;537;p28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8" name="Google Shape;538;p28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9" name="Google Shape;539;p28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0" name="Google Shape;540;p28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28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2" name="Google Shape;542;p28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44" name="Google Shape;544;p28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5" name="Google Shape;545;p28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6" name="Google Shape;546;p28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7" name="Google Shape;547;p28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8" name="Google Shape;548;p28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9" name="Google Shape;549;p28"/>
          <p:cNvCxnSpPr>
            <a:stCxn id="550" idx="0"/>
            <a:endCxn id="551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0" name="Google Shape;550;p28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28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3" name="Google Shape;553;p28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4" name="Google Shape;554;p28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55" name="Google Shape;555;p28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56" name="Google Shape;556;p28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57" name="Google Shape;557;p28"/>
          <p:cNvCxnSpPr>
            <a:stCxn id="558" idx="0"/>
            <a:endCxn id="559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8" name="Google Shape;558;p28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0" name="Google Shape;560;p28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61" name="Google Shape;561;p28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2" name="Google Shape;562;p28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63" name="Google Shape;563;p28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65" name="Google Shape;565;p28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6" name="Google Shape;566;p28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7" name="Google Shape;567;p28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68" name="Google Shape;568;p28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69" name="Google Shape;569;p28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72" name="Google Shape;572;p28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73" name="Google Shape;573;p28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74" name="Google Shape;574;p28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75" name="Google Shape;575;p28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576" name="Google Shape;576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8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579" name="Google Shape;579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0" name="Google Shape;580;p28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1" name="Google Shape;581;p28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8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8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5" name="Google Shape;585;p2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8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87" name="Google Shape;587;p28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88" name="Google Shape;588;p28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90" name="Google Shape;590;p28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91" name="Google Shape;591;p28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94" name="Google Shape;594;p28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5349275" y="1464525"/>
            <a:ext cx="15606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8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8"/>
          <p:cNvSpPr/>
          <p:nvPr/>
        </p:nvSpPr>
        <p:spPr>
          <a:xfrm>
            <a:off x="4973063" y="2844700"/>
            <a:ext cx="171300" cy="28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8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8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3" name="Google Shape;603;p28"/>
          <p:cNvCxnSpPr>
            <a:stCxn id="576" idx="0"/>
            <a:endCxn id="599" idx="5"/>
          </p:cNvCxnSpPr>
          <p:nvPr/>
        </p:nvCxnSpPr>
        <p:spPr>
          <a:xfrm rot="10800000">
            <a:off x="2073750" y="2300175"/>
            <a:ext cx="23916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4" name="Google Shape;604;p28"/>
          <p:cNvCxnSpPr>
            <a:endCxn id="600" idx="5"/>
          </p:cNvCxnSpPr>
          <p:nvPr/>
        </p:nvCxnSpPr>
        <p:spPr>
          <a:xfrm rot="10800000">
            <a:off x="2590758" y="2300149"/>
            <a:ext cx="18747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" name="Google Shape;605;p28"/>
          <p:cNvCxnSpPr>
            <a:stCxn id="576" idx="0"/>
            <a:endCxn id="601" idx="5"/>
          </p:cNvCxnSpPr>
          <p:nvPr/>
        </p:nvCxnSpPr>
        <p:spPr>
          <a:xfrm rot="10800000">
            <a:off x="3107850" y="2300175"/>
            <a:ext cx="13575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6" name="Google Shape;606;p28"/>
          <p:cNvCxnSpPr>
            <a:stCxn id="576" idx="0"/>
            <a:endCxn id="602" idx="5"/>
          </p:cNvCxnSpPr>
          <p:nvPr/>
        </p:nvCxnSpPr>
        <p:spPr>
          <a:xfrm rot="10800000">
            <a:off x="3589950" y="2300175"/>
            <a:ext cx="8754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7" name="Google Shape;607;p28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608" name="Google Shape;608;p28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609" name="Google Shape;609;p28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610" name="Google Shape;610;p28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611" name="Google Shape;611;p28"/>
          <p:cNvSpPr txBox="1"/>
          <p:nvPr/>
        </p:nvSpPr>
        <p:spPr>
          <a:xfrm>
            <a:off x="1698350" y="564749"/>
            <a:ext cx="2174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0.20   0.69   0.03   0.08</a:t>
            </a:r>
            <a:endParaRPr sz="1600" dirty="0">
              <a:solidFill>
                <a:schemeClr val="dk1"/>
              </a:solidFill>
            </a:endParaRPr>
          </a:p>
        </p:txBody>
      </p:sp>
      <p:cxnSp>
        <p:nvCxnSpPr>
          <p:cNvPr id="613" name="Google Shape;613;p28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4" name="Google Shape;614;p28"/>
          <p:cNvSpPr/>
          <p:nvPr/>
        </p:nvSpPr>
        <p:spPr>
          <a:xfrm>
            <a:off x="1871725" y="1336574"/>
            <a:ext cx="205500" cy="415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8"/>
          <p:cNvSpPr/>
          <p:nvPr/>
        </p:nvSpPr>
        <p:spPr>
          <a:xfrm>
            <a:off x="2359650" y="1062208"/>
            <a:ext cx="205500" cy="68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2894100" y="1622415"/>
            <a:ext cx="205500" cy="1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8"/>
          <p:cNvSpPr/>
          <p:nvPr/>
        </p:nvSpPr>
        <p:spPr>
          <a:xfrm>
            <a:off x="3364725" y="1570813"/>
            <a:ext cx="205500" cy="167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8" name="Google Shape;618;p2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11290" y="1984375"/>
            <a:ext cx="141136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4;p26">
            <a:extLst>
              <a:ext uri="{FF2B5EF4-FFF2-40B4-BE49-F238E27FC236}">
                <a16:creationId xmlns:a16="http://schemas.microsoft.com/office/drawing/2014/main" id="{B4612273-9614-6A3D-2766-AA318CD1B94B}"/>
              </a:ext>
            </a:extLst>
          </p:cNvPr>
          <p:cNvSpPr txBox="1"/>
          <p:nvPr/>
        </p:nvSpPr>
        <p:spPr>
          <a:xfrm>
            <a:off x="126131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255;p26">
            <a:extLst>
              <a:ext uri="{FF2B5EF4-FFF2-40B4-BE49-F238E27FC236}">
                <a16:creationId xmlns:a16="http://schemas.microsoft.com/office/drawing/2014/main" id="{D6F89CFA-D8EE-44EC-62F1-89EF245DCC1E}"/>
              </a:ext>
            </a:extLst>
          </p:cNvPr>
          <p:cNvSpPr txBox="1"/>
          <p:nvPr/>
        </p:nvSpPr>
        <p:spPr>
          <a:xfrm>
            <a:off x="126131" y="2853860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6;p26">
            <a:extLst>
              <a:ext uri="{FF2B5EF4-FFF2-40B4-BE49-F238E27FC236}">
                <a16:creationId xmlns:a16="http://schemas.microsoft.com/office/drawing/2014/main" id="{E4FF5AF3-D60E-609C-BD69-B6015AC0F7B1}"/>
              </a:ext>
            </a:extLst>
          </p:cNvPr>
          <p:cNvSpPr txBox="1"/>
          <p:nvPr/>
        </p:nvSpPr>
        <p:spPr>
          <a:xfrm>
            <a:off x="126131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724;p29">
            <a:extLst>
              <a:ext uri="{FF2B5EF4-FFF2-40B4-BE49-F238E27FC236}">
                <a16:creationId xmlns:a16="http://schemas.microsoft.com/office/drawing/2014/main" id="{7E10B505-937F-74E0-060A-7735799BDAC7}"/>
              </a:ext>
            </a:extLst>
          </p:cNvPr>
          <p:cNvSpPr txBox="1"/>
          <p:nvPr/>
        </p:nvSpPr>
        <p:spPr>
          <a:xfrm>
            <a:off x="69750" y="1244425"/>
            <a:ext cx="10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34A40-38F2-5650-8801-6609FBEE428D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9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5" name="Google Shape;625;p29"/>
          <p:cNvCxnSpPr>
            <a:stCxn id="623" idx="0"/>
            <a:endCxn id="626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7" name="Google Shape;627;p29"/>
          <p:cNvCxnSpPr>
            <a:endCxn id="628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9" name="Google Shape;629;p29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0" name="Google Shape;630;p29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1" name="Google Shape;631;p29"/>
          <p:cNvCxnSpPr>
            <a:stCxn id="626" idx="0"/>
            <a:endCxn id="632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6" name="Google Shape;626;p29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29"/>
          <p:cNvCxnSpPr>
            <a:stCxn id="628" idx="0"/>
            <a:endCxn id="635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8" name="Google Shape;628;p29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6" name="Google Shape;636;p29"/>
          <p:cNvCxnSpPr>
            <a:stCxn id="637" idx="0"/>
            <a:endCxn id="638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7" name="Google Shape;637;p29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29"/>
          <p:cNvCxnSpPr>
            <a:stCxn id="640" idx="0"/>
            <a:endCxn id="641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0" name="Google Shape;640;p29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29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43" name="Google Shape;643;p29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44" name="Google Shape;644;p29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5" name="Google Shape;645;p29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6" name="Google Shape;646;p29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7" name="Google Shape;647;p29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8" name="Google Shape;648;p29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9" name="Google Shape;649;p29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0" name="Google Shape;650;p29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1" name="Google Shape;651;p29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2" name="Google Shape;652;p29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3" name="Google Shape;653;p29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4" name="Google Shape;654;p29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5" name="Google Shape;655;p29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57" name="Google Shape;657;p29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8" name="Google Shape;658;p29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9" name="Google Shape;659;p29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0" name="Google Shape;660;p29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1" name="Google Shape;661;p29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2" name="Google Shape;662;p29"/>
          <p:cNvCxnSpPr>
            <a:stCxn id="663" idx="0"/>
            <a:endCxn id="664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3" name="Google Shape;663;p29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29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6" name="Google Shape;666;p29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68" name="Google Shape;668;p29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9" name="Google Shape;669;p29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0" name="Google Shape;670;p29"/>
          <p:cNvCxnSpPr>
            <a:stCxn id="671" idx="0"/>
            <a:endCxn id="672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1" name="Google Shape;671;p29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3" name="Google Shape;673;p29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4" name="Google Shape;674;p29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5" name="Google Shape;675;p29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76" name="Google Shape;676;p29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8" name="Google Shape;678;p29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9" name="Google Shape;679;p29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0" name="Google Shape;680;p29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1" name="Google Shape;681;p29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2" name="Google Shape;682;p29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3" name="Google Shape;683;p29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4" name="Google Shape;684;p29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5" name="Google Shape;685;p29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6" name="Google Shape;686;p29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7" name="Google Shape;687;p29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88" name="Google Shape;688;p29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689" name="Google Shape;689;p2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9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691" name="Google Shape;691;p29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692" name="Google Shape;692;p2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3" name="Google Shape;693;p29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4" name="Google Shape;694;p29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9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9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9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8" name="Google Shape;698;p2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29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00" name="Google Shape;700;p29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01" name="Google Shape;701;p29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02" name="Google Shape;702;p29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03" name="Google Shape;703;p29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04" name="Google Shape;704;p29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705" name="Google Shape;705;p29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706" name="Google Shape;706;p29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07" name="Google Shape;707;p29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08" name="Google Shape;708;p29"/>
          <p:cNvSpPr/>
          <p:nvPr/>
        </p:nvSpPr>
        <p:spPr>
          <a:xfrm>
            <a:off x="5349275" y="1464525"/>
            <a:ext cx="15606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9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9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9"/>
          <p:cNvSpPr/>
          <p:nvPr/>
        </p:nvSpPr>
        <p:spPr>
          <a:xfrm>
            <a:off x="4993383" y="2844700"/>
            <a:ext cx="171300" cy="28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29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9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9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9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6" name="Google Shape;716;p29"/>
          <p:cNvCxnSpPr>
            <a:stCxn id="689" idx="0"/>
            <a:endCxn id="712" idx="5"/>
          </p:cNvCxnSpPr>
          <p:nvPr/>
        </p:nvCxnSpPr>
        <p:spPr>
          <a:xfrm rot="10800000">
            <a:off x="2073750" y="2300175"/>
            <a:ext cx="23916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" name="Google Shape;717;p29"/>
          <p:cNvCxnSpPr>
            <a:endCxn id="713" idx="5"/>
          </p:cNvCxnSpPr>
          <p:nvPr/>
        </p:nvCxnSpPr>
        <p:spPr>
          <a:xfrm rot="10800000">
            <a:off x="2590758" y="2300149"/>
            <a:ext cx="18747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8" name="Google Shape;718;p29"/>
          <p:cNvCxnSpPr>
            <a:stCxn id="689" idx="0"/>
            <a:endCxn id="714" idx="5"/>
          </p:cNvCxnSpPr>
          <p:nvPr/>
        </p:nvCxnSpPr>
        <p:spPr>
          <a:xfrm rot="10800000">
            <a:off x="3107850" y="2300175"/>
            <a:ext cx="13575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" name="Google Shape;719;p29"/>
          <p:cNvCxnSpPr>
            <a:stCxn id="689" idx="0"/>
            <a:endCxn id="715" idx="5"/>
          </p:cNvCxnSpPr>
          <p:nvPr/>
        </p:nvCxnSpPr>
        <p:spPr>
          <a:xfrm rot="10800000">
            <a:off x="3589950" y="2300175"/>
            <a:ext cx="8754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0" name="Google Shape;720;p29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721" name="Google Shape;721;p29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722" name="Google Shape;722;p29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723" name="Google Shape;723;p29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724" name="Google Shape;724;p29"/>
          <p:cNvSpPr txBox="1"/>
          <p:nvPr/>
        </p:nvSpPr>
        <p:spPr>
          <a:xfrm>
            <a:off x="69750" y="1244425"/>
            <a:ext cx="10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5" name="Google Shape;725;p29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6" name="Google Shape;726;p29"/>
          <p:cNvSpPr/>
          <p:nvPr/>
        </p:nvSpPr>
        <p:spPr>
          <a:xfrm>
            <a:off x="1871725" y="1336574"/>
            <a:ext cx="205500" cy="415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2359650" y="1062208"/>
            <a:ext cx="205500" cy="68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9"/>
          <p:cNvSpPr/>
          <p:nvPr/>
        </p:nvSpPr>
        <p:spPr>
          <a:xfrm>
            <a:off x="2894100" y="1622415"/>
            <a:ext cx="205500" cy="1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9"/>
          <p:cNvSpPr/>
          <p:nvPr/>
        </p:nvSpPr>
        <p:spPr>
          <a:xfrm>
            <a:off x="3364725" y="1570813"/>
            <a:ext cx="205500" cy="167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0" name="Google Shape;730;p2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11290" y="1984375"/>
            <a:ext cx="141136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9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9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29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0</a:t>
            </a:r>
            <a:endParaRPr sz="1500" i="1" baseline="-25000">
              <a:solidFill>
                <a:schemeClr val="dk2"/>
              </a:solidFill>
            </a:endParaRPr>
          </a:p>
        </p:txBody>
      </p:sp>
      <p:pic>
        <p:nvPicPr>
          <p:cNvPr id="734" name="Google Shape;734;p2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11075" y="74307"/>
            <a:ext cx="1520850" cy="7463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4;p26">
            <a:extLst>
              <a:ext uri="{FF2B5EF4-FFF2-40B4-BE49-F238E27FC236}">
                <a16:creationId xmlns:a16="http://schemas.microsoft.com/office/drawing/2014/main" id="{93357247-D760-D860-3D48-EBE2D0DD053B}"/>
              </a:ext>
            </a:extLst>
          </p:cNvPr>
          <p:cNvSpPr txBox="1"/>
          <p:nvPr/>
        </p:nvSpPr>
        <p:spPr>
          <a:xfrm>
            <a:off x="126131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255;p26">
            <a:extLst>
              <a:ext uri="{FF2B5EF4-FFF2-40B4-BE49-F238E27FC236}">
                <a16:creationId xmlns:a16="http://schemas.microsoft.com/office/drawing/2014/main" id="{29349C8B-AEA4-3BAF-5000-73A7FC9EC399}"/>
              </a:ext>
            </a:extLst>
          </p:cNvPr>
          <p:cNvSpPr txBox="1"/>
          <p:nvPr/>
        </p:nvSpPr>
        <p:spPr>
          <a:xfrm>
            <a:off x="126131" y="2853860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6;p26">
            <a:extLst>
              <a:ext uri="{FF2B5EF4-FFF2-40B4-BE49-F238E27FC236}">
                <a16:creationId xmlns:a16="http://schemas.microsoft.com/office/drawing/2014/main" id="{789AB32C-09BC-1998-F6F1-5DA6FB62614C}"/>
              </a:ext>
            </a:extLst>
          </p:cNvPr>
          <p:cNvSpPr txBox="1"/>
          <p:nvPr/>
        </p:nvSpPr>
        <p:spPr>
          <a:xfrm>
            <a:off x="126131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C3214-ADD8-4925-4677-45786950329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0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30"/>
          <p:cNvCxnSpPr>
            <a:stCxn id="739" idx="0"/>
            <a:endCxn id="742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3" name="Google Shape;743;p30"/>
          <p:cNvCxnSpPr>
            <a:endCxn id="744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5" name="Google Shape;745;p30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6" name="Google Shape;746;p30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7" name="Google Shape;747;p30"/>
          <p:cNvCxnSpPr>
            <a:stCxn id="742" idx="0"/>
            <a:endCxn id="748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2" name="Google Shape;742;p30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0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0" name="Google Shape;750;p30"/>
          <p:cNvCxnSpPr>
            <a:stCxn id="744" idx="0"/>
            <a:endCxn id="751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4" name="Google Shape;744;p30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0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2" name="Google Shape;752;p30"/>
          <p:cNvCxnSpPr>
            <a:stCxn id="753" idx="0"/>
            <a:endCxn id="754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3" name="Google Shape;753;p30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0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5" name="Google Shape;755;p30"/>
          <p:cNvCxnSpPr>
            <a:stCxn id="756" idx="0"/>
            <a:endCxn id="757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6" name="Google Shape;756;p30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0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8" name="Google Shape;758;p30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9" name="Google Shape;759;p30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0" name="Google Shape;760;p30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1" name="Google Shape;761;p30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2" name="Google Shape;762;p30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3" name="Google Shape;763;p30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4" name="Google Shape;764;p30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5" name="Google Shape;765;p30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6" name="Google Shape;766;p30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7" name="Google Shape;767;p30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8" name="Google Shape;768;p30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9" name="Google Shape;769;p30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0" name="Google Shape;770;p30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1" name="Google Shape;771;p30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73" name="Google Shape;773;p30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4" name="Google Shape;774;p30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5" name="Google Shape;775;p30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6" name="Google Shape;776;p30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7" name="Google Shape;777;p30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8" name="Google Shape;778;p30"/>
          <p:cNvCxnSpPr>
            <a:stCxn id="779" idx="0"/>
            <a:endCxn id="780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9" name="Google Shape;779;p30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0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30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82" name="Google Shape;782;p30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3" name="Google Shape;783;p30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84" name="Google Shape;784;p30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5" name="Google Shape;785;p30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6" name="Google Shape;786;p30"/>
          <p:cNvCxnSpPr>
            <a:stCxn id="787" idx="0"/>
            <a:endCxn id="788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87" name="Google Shape;787;p30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0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9" name="Google Shape;789;p30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0" name="Google Shape;790;p30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1" name="Google Shape;791;p30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92" name="Google Shape;792;p30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4" name="Google Shape;794;p30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cxnSp>
        <p:nvCxnSpPr>
          <p:cNvPr id="795" name="Google Shape;795;p30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6" name="Google Shape;796;p30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97" name="Google Shape;797;p30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98" name="Google Shape;798;p30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799" name="Google Shape;799;p30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00" name="Google Shape;800;p30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01" name="Google Shape;801;p30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02" name="Google Shape;802;p30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03" name="Google Shape;803;p30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04" name="Google Shape;804;p30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805" name="Google Shape;805;p3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30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07" name="Google Shape;807;p30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808" name="Google Shape;808;p3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9" name="Google Shape;809;p30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0" name="Google Shape;810;p30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0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0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0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4" name="Google Shape;814;p3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30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6" name="Google Shape;816;p30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7" name="Google Shape;817;p30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8" name="Google Shape;818;p30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19" name="Google Shape;819;p30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20" name="Google Shape;820;p30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821" name="Google Shape;821;p30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822" name="Google Shape;822;p30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23" name="Google Shape;823;p30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824" name="Google Shape;824;p30"/>
          <p:cNvSpPr/>
          <p:nvPr/>
        </p:nvSpPr>
        <p:spPr>
          <a:xfrm>
            <a:off x="5349275" y="1464525"/>
            <a:ext cx="15606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0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0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0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0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0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1" name="Google Shape;831;p30"/>
          <p:cNvCxnSpPr>
            <a:stCxn id="805" idx="0"/>
            <a:endCxn id="827" idx="5"/>
          </p:cNvCxnSpPr>
          <p:nvPr/>
        </p:nvCxnSpPr>
        <p:spPr>
          <a:xfrm rot="10800000">
            <a:off x="2073750" y="2300175"/>
            <a:ext cx="23916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2" name="Google Shape;832;p30"/>
          <p:cNvCxnSpPr>
            <a:endCxn id="828" idx="5"/>
          </p:cNvCxnSpPr>
          <p:nvPr/>
        </p:nvCxnSpPr>
        <p:spPr>
          <a:xfrm rot="10800000">
            <a:off x="2590758" y="2300149"/>
            <a:ext cx="18747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3" name="Google Shape;833;p30"/>
          <p:cNvCxnSpPr>
            <a:stCxn id="805" idx="0"/>
            <a:endCxn id="829" idx="5"/>
          </p:cNvCxnSpPr>
          <p:nvPr/>
        </p:nvCxnSpPr>
        <p:spPr>
          <a:xfrm rot="10800000">
            <a:off x="3107850" y="2300175"/>
            <a:ext cx="13575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4" name="Google Shape;834;p30"/>
          <p:cNvCxnSpPr>
            <a:stCxn id="805" idx="0"/>
            <a:endCxn id="830" idx="5"/>
          </p:cNvCxnSpPr>
          <p:nvPr/>
        </p:nvCxnSpPr>
        <p:spPr>
          <a:xfrm rot="10800000">
            <a:off x="3589950" y="2300175"/>
            <a:ext cx="8754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5" name="Google Shape;835;p30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836" name="Google Shape;836;p30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837" name="Google Shape;837;p30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838" name="Google Shape;838;p30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839" name="Google Shape;839;p30"/>
          <p:cNvSpPr txBox="1"/>
          <p:nvPr/>
        </p:nvSpPr>
        <p:spPr>
          <a:xfrm>
            <a:off x="69750" y="1244425"/>
            <a:ext cx="10419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0" name="Google Shape;840;p30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1" name="Google Shape;841;p30"/>
          <p:cNvSpPr/>
          <p:nvPr/>
        </p:nvSpPr>
        <p:spPr>
          <a:xfrm>
            <a:off x="1871725" y="1336574"/>
            <a:ext cx="205500" cy="415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0"/>
          <p:cNvSpPr/>
          <p:nvPr/>
        </p:nvSpPr>
        <p:spPr>
          <a:xfrm>
            <a:off x="2359650" y="1062208"/>
            <a:ext cx="205500" cy="68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0"/>
          <p:cNvSpPr/>
          <p:nvPr/>
        </p:nvSpPr>
        <p:spPr>
          <a:xfrm>
            <a:off x="2894100" y="1622415"/>
            <a:ext cx="205500" cy="1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0"/>
          <p:cNvSpPr/>
          <p:nvPr/>
        </p:nvSpPr>
        <p:spPr>
          <a:xfrm>
            <a:off x="3364725" y="1570813"/>
            <a:ext cx="205500" cy="167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5" name="Google Shape;845;p3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11290" y="1984375"/>
            <a:ext cx="141136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30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30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30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0</a:t>
            </a:r>
            <a:endParaRPr sz="1500" i="1" baseline="-25000">
              <a:solidFill>
                <a:schemeClr val="dk2"/>
              </a:solidFill>
            </a:endParaRPr>
          </a:p>
        </p:txBody>
      </p:sp>
      <p:pic>
        <p:nvPicPr>
          <p:cNvPr id="849" name="Google Shape;849;p3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11075" y="74307"/>
            <a:ext cx="1520850" cy="746343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30"/>
          <p:cNvSpPr txBox="1"/>
          <p:nvPr/>
        </p:nvSpPr>
        <p:spPr>
          <a:xfrm>
            <a:off x="4991963" y="2702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851" name="Google Shape;851;p3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349300" y="2811304"/>
            <a:ext cx="1874700" cy="396571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30"/>
          <p:cNvSpPr/>
          <p:nvPr/>
        </p:nvSpPr>
        <p:spPr>
          <a:xfrm>
            <a:off x="2893775" y="547000"/>
            <a:ext cx="2002700" cy="2055625"/>
          </a:xfrm>
          <a:custGeom>
            <a:avLst/>
            <a:gdLst/>
            <a:ahLst/>
            <a:cxnLst/>
            <a:rect l="l" t="t" r="r" b="b"/>
            <a:pathLst>
              <a:path w="80108" h="82225" extrusionOk="0">
                <a:moveTo>
                  <a:pt x="0" y="0"/>
                </a:moveTo>
                <a:cubicBezTo>
                  <a:pt x="12125" y="0"/>
                  <a:pt x="26716" y="248"/>
                  <a:pt x="35290" y="8822"/>
                </a:cubicBezTo>
                <a:cubicBezTo>
                  <a:pt x="55561" y="29093"/>
                  <a:pt x="67287" y="56584"/>
                  <a:pt x="80108" y="8222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" name="Google Shape;254;p26">
            <a:extLst>
              <a:ext uri="{FF2B5EF4-FFF2-40B4-BE49-F238E27FC236}">
                <a16:creationId xmlns:a16="http://schemas.microsoft.com/office/drawing/2014/main" id="{7A932208-C970-1077-C7E1-4D7D195C82E6}"/>
              </a:ext>
            </a:extLst>
          </p:cNvPr>
          <p:cNvSpPr txBox="1"/>
          <p:nvPr/>
        </p:nvSpPr>
        <p:spPr>
          <a:xfrm>
            <a:off x="126131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255;p26">
            <a:extLst>
              <a:ext uri="{FF2B5EF4-FFF2-40B4-BE49-F238E27FC236}">
                <a16:creationId xmlns:a16="http://schemas.microsoft.com/office/drawing/2014/main" id="{000324A8-DE02-4039-CAE3-CEABC95086EA}"/>
              </a:ext>
            </a:extLst>
          </p:cNvPr>
          <p:cNvSpPr txBox="1"/>
          <p:nvPr/>
        </p:nvSpPr>
        <p:spPr>
          <a:xfrm>
            <a:off x="126131" y="2853860"/>
            <a:ext cx="950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RNN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256;p26">
            <a:extLst>
              <a:ext uri="{FF2B5EF4-FFF2-40B4-BE49-F238E27FC236}">
                <a16:creationId xmlns:a16="http://schemas.microsoft.com/office/drawing/2014/main" id="{9AEE50A6-4713-FE57-0853-DBB9467EC064}"/>
              </a:ext>
            </a:extLst>
          </p:cNvPr>
          <p:cNvSpPr txBox="1"/>
          <p:nvPr/>
        </p:nvSpPr>
        <p:spPr>
          <a:xfrm>
            <a:off x="126131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3364E-3722-E26D-34FC-56D73D2E8AAD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1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9" name="Google Shape;859;p31"/>
          <p:cNvCxnSpPr>
            <a:stCxn id="857" idx="0"/>
            <a:endCxn id="860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1" name="Google Shape;861;p31"/>
          <p:cNvCxnSpPr>
            <a:endCxn id="862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3" name="Google Shape;863;p31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4" name="Google Shape;864;p31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5" name="Google Shape;865;p31"/>
          <p:cNvCxnSpPr>
            <a:stCxn id="860" idx="0"/>
            <a:endCxn id="866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60" name="Google Shape;860;p31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8" name="Google Shape;868;p31"/>
          <p:cNvCxnSpPr>
            <a:stCxn id="862" idx="0"/>
            <a:endCxn id="869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62" name="Google Shape;862;p31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1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0" name="Google Shape;870;p31"/>
          <p:cNvCxnSpPr>
            <a:stCxn id="871" idx="0"/>
            <a:endCxn id="872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1" name="Google Shape;871;p31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1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3" name="Google Shape;873;p31"/>
          <p:cNvCxnSpPr>
            <a:stCxn id="874" idx="0"/>
            <a:endCxn id="875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4" name="Google Shape;874;p31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31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7" name="Google Shape;877;p31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8" name="Google Shape;878;p31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9" name="Google Shape;879;p31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0" name="Google Shape;880;p31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1" name="Google Shape;881;p31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2" name="Google Shape;882;p31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3" name="Google Shape;883;p31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4" name="Google Shape;884;p31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5" name="Google Shape;885;p31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6" name="Google Shape;886;p31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7" name="Google Shape;887;p31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8" name="Google Shape;888;p31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89" name="Google Shape;889;p31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891" name="Google Shape;891;p31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2" name="Google Shape;892;p31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3" name="Google Shape;893;p31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4" name="Google Shape;894;p31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5" name="Google Shape;895;p31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6" name="Google Shape;896;p31"/>
          <p:cNvCxnSpPr>
            <a:stCxn id="897" idx="0"/>
            <a:endCxn id="898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97" name="Google Shape;897;p31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1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9" name="Google Shape;899;p31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0" name="Google Shape;900;p31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01" name="Google Shape;901;p31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902" name="Google Shape;902;p31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3" name="Google Shape;903;p31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4" name="Google Shape;904;p31"/>
          <p:cNvCxnSpPr>
            <a:stCxn id="905" idx="0"/>
            <a:endCxn id="906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5" name="Google Shape;905;p31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1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7" name="Google Shape;907;p31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8" name="Google Shape;908;p31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09" name="Google Shape;909;p31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910" name="Google Shape;910;p31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12" name="Google Shape;912;p31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13" name="Google Shape;913;p31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4" name="Google Shape;914;p31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15" name="Google Shape;915;p31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16" name="Google Shape;916;p31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18" name="Google Shape;918;p31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19" name="Google Shape;919;p31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20" name="Google Shape;920;p31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21" name="Google Shape;921;p31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22" name="Google Shape;922;p31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923" name="Google Shape;923;p3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25" name="Google Shape;925;p31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926" name="Google Shape;926;p3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7" name="Google Shape;927;p31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8" name="Google Shape;928;p31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1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31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31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2" name="Google Shape;932;p3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31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34" name="Google Shape;934;p31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35" name="Google Shape;935;p31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36" name="Google Shape;936;p31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37" name="Google Shape;937;p31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38" name="Google Shape;938;p31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939" name="Google Shape;939;p31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940" name="Google Shape;940;p31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41" name="Google Shape;941;p31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942" name="Google Shape;942;p31"/>
          <p:cNvSpPr/>
          <p:nvPr/>
        </p:nvSpPr>
        <p:spPr>
          <a:xfrm>
            <a:off x="5349275" y="1464525"/>
            <a:ext cx="15606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1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31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1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1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1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31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9" name="Google Shape;949;p31"/>
          <p:cNvCxnSpPr>
            <a:stCxn id="923" idx="0"/>
            <a:endCxn id="945" idx="5"/>
          </p:cNvCxnSpPr>
          <p:nvPr/>
        </p:nvCxnSpPr>
        <p:spPr>
          <a:xfrm rot="10800000">
            <a:off x="2073750" y="2300175"/>
            <a:ext cx="23916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0" name="Google Shape;950;p31"/>
          <p:cNvCxnSpPr>
            <a:endCxn id="946" idx="5"/>
          </p:cNvCxnSpPr>
          <p:nvPr/>
        </p:nvCxnSpPr>
        <p:spPr>
          <a:xfrm rot="10800000">
            <a:off x="2590758" y="2300149"/>
            <a:ext cx="18747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" name="Google Shape;951;p31"/>
          <p:cNvCxnSpPr>
            <a:stCxn id="923" idx="0"/>
            <a:endCxn id="947" idx="5"/>
          </p:cNvCxnSpPr>
          <p:nvPr/>
        </p:nvCxnSpPr>
        <p:spPr>
          <a:xfrm rot="10800000">
            <a:off x="3107850" y="2300175"/>
            <a:ext cx="13575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2" name="Google Shape;952;p31"/>
          <p:cNvCxnSpPr>
            <a:stCxn id="923" idx="0"/>
            <a:endCxn id="948" idx="5"/>
          </p:cNvCxnSpPr>
          <p:nvPr/>
        </p:nvCxnSpPr>
        <p:spPr>
          <a:xfrm rot="10800000">
            <a:off x="3589950" y="2300175"/>
            <a:ext cx="8754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3" name="Google Shape;953;p31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954" name="Google Shape;954;p31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955" name="Google Shape;955;p31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956" name="Google Shape;956;p31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40</a:t>
            </a:r>
            <a:endParaRPr sz="1500" i="1" baseline="-25000">
              <a:solidFill>
                <a:schemeClr val="dk2"/>
              </a:solidFill>
            </a:endParaRPr>
          </a:p>
        </p:txBody>
      </p:sp>
      <p:cxnSp>
        <p:nvCxnSpPr>
          <p:cNvPr id="958" name="Google Shape;958;p31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9" name="Google Shape;959;p31"/>
          <p:cNvSpPr/>
          <p:nvPr/>
        </p:nvSpPr>
        <p:spPr>
          <a:xfrm>
            <a:off x="1871725" y="1336574"/>
            <a:ext cx="205500" cy="415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31"/>
          <p:cNvSpPr/>
          <p:nvPr/>
        </p:nvSpPr>
        <p:spPr>
          <a:xfrm>
            <a:off x="2359650" y="1062208"/>
            <a:ext cx="205500" cy="68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1"/>
          <p:cNvSpPr/>
          <p:nvPr/>
        </p:nvSpPr>
        <p:spPr>
          <a:xfrm>
            <a:off x="2894100" y="1622415"/>
            <a:ext cx="205500" cy="1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1"/>
          <p:cNvSpPr/>
          <p:nvPr/>
        </p:nvSpPr>
        <p:spPr>
          <a:xfrm>
            <a:off x="3364725" y="1570813"/>
            <a:ext cx="205500" cy="167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3" name="Google Shape;963;p3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11290" y="1984375"/>
            <a:ext cx="141136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31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31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31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0</a:t>
            </a:r>
            <a:endParaRPr sz="1500" i="1" baseline="-25000">
              <a:solidFill>
                <a:schemeClr val="dk2"/>
              </a:solidFill>
            </a:endParaRPr>
          </a:p>
        </p:txBody>
      </p:sp>
      <p:pic>
        <p:nvPicPr>
          <p:cNvPr id="967" name="Google Shape;967;p3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11075" y="74307"/>
            <a:ext cx="1520850" cy="746343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31"/>
          <p:cNvSpPr txBox="1"/>
          <p:nvPr/>
        </p:nvSpPr>
        <p:spPr>
          <a:xfrm>
            <a:off x="4991963" y="2702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969" name="Google Shape;969;p3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478300" y="2811304"/>
            <a:ext cx="1874700" cy="396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3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4448474" y="408923"/>
            <a:ext cx="1258575" cy="2181952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31"/>
          <p:cNvSpPr/>
          <p:nvPr/>
        </p:nvSpPr>
        <p:spPr>
          <a:xfrm>
            <a:off x="2893775" y="547000"/>
            <a:ext cx="2002700" cy="2055625"/>
          </a:xfrm>
          <a:custGeom>
            <a:avLst/>
            <a:gdLst/>
            <a:ahLst/>
            <a:cxnLst/>
            <a:rect l="l" t="t" r="r" b="b"/>
            <a:pathLst>
              <a:path w="80108" h="82225" extrusionOk="0">
                <a:moveTo>
                  <a:pt x="0" y="0"/>
                </a:moveTo>
                <a:cubicBezTo>
                  <a:pt x="12125" y="0"/>
                  <a:pt x="26716" y="248"/>
                  <a:pt x="35290" y="8822"/>
                </a:cubicBezTo>
                <a:cubicBezTo>
                  <a:pt x="55561" y="29093"/>
                  <a:pt x="67287" y="56584"/>
                  <a:pt x="80108" y="8222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" name="Google Shape;1308;p43">
            <a:extLst>
              <a:ext uri="{FF2B5EF4-FFF2-40B4-BE49-F238E27FC236}">
                <a16:creationId xmlns:a16="http://schemas.microsoft.com/office/drawing/2014/main" id="{2D2C6654-7FF7-A823-3D1E-14E4288D5DD4}"/>
              </a:ext>
            </a:extLst>
          </p:cNvPr>
          <p:cNvSpPr/>
          <p:nvPr/>
        </p:nvSpPr>
        <p:spPr>
          <a:xfrm>
            <a:off x="5100337" y="2239627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839;p30">
            <a:extLst>
              <a:ext uri="{FF2B5EF4-FFF2-40B4-BE49-F238E27FC236}">
                <a16:creationId xmlns:a16="http://schemas.microsoft.com/office/drawing/2014/main" id="{4B9CCCA0-A68B-D841-B0DA-017DE0D274A5}"/>
              </a:ext>
            </a:extLst>
          </p:cNvPr>
          <p:cNvSpPr txBox="1"/>
          <p:nvPr/>
        </p:nvSpPr>
        <p:spPr>
          <a:xfrm>
            <a:off x="155094" y="1244425"/>
            <a:ext cx="10419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254;p26">
            <a:extLst>
              <a:ext uri="{FF2B5EF4-FFF2-40B4-BE49-F238E27FC236}">
                <a16:creationId xmlns:a16="http://schemas.microsoft.com/office/drawing/2014/main" id="{6CA70499-CEAD-DE59-785A-9CE85F50CE89}"/>
              </a:ext>
            </a:extLst>
          </p:cNvPr>
          <p:cNvSpPr txBox="1"/>
          <p:nvPr/>
        </p:nvSpPr>
        <p:spPr>
          <a:xfrm>
            <a:off x="155094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token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255;p26">
            <a:extLst>
              <a:ext uri="{FF2B5EF4-FFF2-40B4-BE49-F238E27FC236}">
                <a16:creationId xmlns:a16="http://schemas.microsoft.com/office/drawing/2014/main" id="{FC0B7ECB-A068-7BC6-D131-5E253A9537F3}"/>
              </a:ext>
            </a:extLst>
          </p:cNvPr>
          <p:cNvSpPr txBox="1"/>
          <p:nvPr/>
        </p:nvSpPr>
        <p:spPr>
          <a:xfrm>
            <a:off x="155094" y="2694766"/>
            <a:ext cx="9501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Encoder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idden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states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" name="Google Shape;256;p26">
            <a:extLst>
              <a:ext uri="{FF2B5EF4-FFF2-40B4-BE49-F238E27FC236}">
                <a16:creationId xmlns:a16="http://schemas.microsoft.com/office/drawing/2014/main" id="{882AC0DB-964F-E2AE-B112-8A3348415414}"/>
              </a:ext>
            </a:extLst>
          </p:cNvPr>
          <p:cNvSpPr txBox="1"/>
          <p:nvPr/>
        </p:nvSpPr>
        <p:spPr>
          <a:xfrm>
            <a:off x="155094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CB532-712B-79A4-67B3-9B3EF7FA6F9B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2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2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8" name="Google Shape;978;p32"/>
          <p:cNvCxnSpPr>
            <a:stCxn id="976" idx="0"/>
            <a:endCxn id="979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0" name="Google Shape;980;p32"/>
          <p:cNvCxnSpPr>
            <a:endCxn id="981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2" name="Google Shape;982;p32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3" name="Google Shape;983;p32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4" name="Google Shape;984;p32"/>
          <p:cNvCxnSpPr>
            <a:stCxn id="979" idx="0"/>
            <a:endCxn id="985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79" name="Google Shape;979;p32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2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7" name="Google Shape;987;p32"/>
          <p:cNvCxnSpPr>
            <a:stCxn id="981" idx="0"/>
            <a:endCxn id="988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81" name="Google Shape;981;p32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2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9" name="Google Shape;989;p32"/>
          <p:cNvCxnSpPr>
            <a:stCxn id="990" idx="0"/>
            <a:endCxn id="991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0" name="Google Shape;990;p32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2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2" name="Google Shape;992;p32"/>
          <p:cNvCxnSpPr>
            <a:stCxn id="993" idx="0"/>
            <a:endCxn id="994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3" name="Google Shape;993;p32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2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5" name="Google Shape;995;p32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6" name="Google Shape;996;p32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7" name="Google Shape;997;p32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8" name="Google Shape;998;p32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9" name="Google Shape;999;p32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0" name="Google Shape;1000;p32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1" name="Google Shape;1001;p32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2" name="Google Shape;1002;p32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3" name="Google Shape;1003;p32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4" name="Google Shape;1004;p32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5" name="Google Shape;1005;p32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6" name="Google Shape;1006;p32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7" name="Google Shape;1007;p32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08" name="Google Shape;1008;p32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10" name="Google Shape;1010;p32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1" name="Google Shape;1011;p32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2" name="Google Shape;1012;p32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3" name="Google Shape;1013;p32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4" name="Google Shape;1014;p32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5" name="Google Shape;1015;p32"/>
          <p:cNvCxnSpPr>
            <a:stCxn id="1016" idx="0"/>
            <a:endCxn id="1017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16" name="Google Shape;1016;p32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2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8" name="Google Shape;1018;p32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19" name="Google Shape;1019;p32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20" name="Google Shape;1020;p32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21" name="Google Shape;1021;p32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2" name="Google Shape;1022;p32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3" name="Google Shape;1023;p32"/>
          <p:cNvCxnSpPr>
            <a:stCxn id="1024" idx="0"/>
            <a:endCxn id="1025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4" name="Google Shape;1024;p32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2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6" name="Google Shape;1026;p32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7" name="Google Shape;1027;p32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28" name="Google Shape;1028;p32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29" name="Google Shape;1029;p32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1" name="Google Shape;1031;p32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2" name="Google Shape;1032;p32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3" name="Google Shape;1033;p32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34" name="Google Shape;1034;p32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35" name="Google Shape;1035;p32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36" name="Google Shape;1036;p32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37" name="Google Shape;1037;p32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38" name="Google Shape;1038;p32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39" name="Google Shape;1039;p32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40" name="Google Shape;1040;p32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41" name="Google Shape;1041;p32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042" name="Google Shape;1042;p3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32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44" name="Google Shape;1044;p32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1045" name="Google Shape;1045;p3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6" name="Google Shape;1046;p32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7" name="Google Shape;1047;p32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2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2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2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1" name="Google Shape;1051;p32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2" name="Google Shape;1052;p32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3" name="Google Shape;1053;p32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4" name="Google Shape;1054;p32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5" name="Google Shape;1055;p32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056" name="Google Shape;1056;p32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057" name="Google Shape;1057;p32"/>
          <p:cNvSpPr/>
          <p:nvPr/>
        </p:nvSpPr>
        <p:spPr>
          <a:xfrm>
            <a:off x="5867975" y="1464525"/>
            <a:ext cx="10419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32"/>
          <p:cNvSpPr/>
          <p:nvPr/>
        </p:nvSpPr>
        <p:spPr>
          <a:xfrm>
            <a:off x="5705500" y="288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32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32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32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32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32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64" name="Google Shape;1064;p32"/>
          <p:cNvCxnSpPr>
            <a:stCxn id="1059" idx="2"/>
            <a:endCxn id="1060" idx="5"/>
          </p:cNvCxnSpPr>
          <p:nvPr/>
        </p:nvCxnSpPr>
        <p:spPr>
          <a:xfrm rot="10800000">
            <a:off x="2073850" y="2300125"/>
            <a:ext cx="30039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5" name="Google Shape;1065;p32"/>
          <p:cNvCxnSpPr>
            <a:stCxn id="1059" idx="2"/>
            <a:endCxn id="1061" idx="5"/>
          </p:cNvCxnSpPr>
          <p:nvPr/>
        </p:nvCxnSpPr>
        <p:spPr>
          <a:xfrm rot="10800000">
            <a:off x="2590750" y="2300125"/>
            <a:ext cx="24870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6" name="Google Shape;1066;p32"/>
          <p:cNvCxnSpPr>
            <a:stCxn id="1059" idx="2"/>
            <a:endCxn id="1062" idx="5"/>
          </p:cNvCxnSpPr>
          <p:nvPr/>
        </p:nvCxnSpPr>
        <p:spPr>
          <a:xfrm rot="10800000">
            <a:off x="3107650" y="2300125"/>
            <a:ext cx="19701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7" name="Google Shape;1067;p32"/>
          <p:cNvCxnSpPr>
            <a:stCxn id="1059" idx="2"/>
            <a:endCxn id="1063" idx="5"/>
          </p:cNvCxnSpPr>
          <p:nvPr/>
        </p:nvCxnSpPr>
        <p:spPr>
          <a:xfrm rot="10800000">
            <a:off x="3589750" y="2300125"/>
            <a:ext cx="14880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8" name="Google Shape;1068;p32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069" name="Google Shape;1069;p32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070" name="Google Shape;1070;p32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071" name="Google Shape;1071;p32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073" name="Google Shape;1073;p32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32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32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076" name="Google Shape;1076;p32"/>
          <p:cNvSpPr txBox="1"/>
          <p:nvPr/>
        </p:nvSpPr>
        <p:spPr>
          <a:xfrm>
            <a:off x="4991963" y="2702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cxnSp>
        <p:nvCxnSpPr>
          <p:cNvPr id="1077" name="Google Shape;1077;p32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8" name="Google Shape;1078;p32"/>
          <p:cNvSpPr/>
          <p:nvPr/>
        </p:nvSpPr>
        <p:spPr>
          <a:xfrm>
            <a:off x="1871725" y="1554675"/>
            <a:ext cx="205500" cy="19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32"/>
          <p:cNvSpPr/>
          <p:nvPr/>
        </p:nvSpPr>
        <p:spPr>
          <a:xfrm>
            <a:off x="2359650" y="1601302"/>
            <a:ext cx="205500" cy="141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32"/>
          <p:cNvSpPr/>
          <p:nvPr/>
        </p:nvSpPr>
        <p:spPr>
          <a:xfrm>
            <a:off x="2894100" y="1120220"/>
            <a:ext cx="205500" cy="618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32"/>
          <p:cNvSpPr/>
          <p:nvPr/>
        </p:nvSpPr>
        <p:spPr>
          <a:xfrm>
            <a:off x="3364725" y="1446034"/>
            <a:ext cx="205500" cy="292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2"/>
          <p:cNvSpPr/>
          <p:nvPr/>
        </p:nvSpPr>
        <p:spPr>
          <a:xfrm>
            <a:off x="5477588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32"/>
          <p:cNvSpPr/>
          <p:nvPr/>
        </p:nvSpPr>
        <p:spPr>
          <a:xfrm>
            <a:off x="5514050" y="2796725"/>
            <a:ext cx="149700" cy="3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4" name="Google Shape;1084;p3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994" y="132325"/>
            <a:ext cx="1399305" cy="6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3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7673" y="2059129"/>
            <a:ext cx="1399300" cy="3879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39;p30">
            <a:extLst>
              <a:ext uri="{FF2B5EF4-FFF2-40B4-BE49-F238E27FC236}">
                <a16:creationId xmlns:a16="http://schemas.microsoft.com/office/drawing/2014/main" id="{B9F60900-EF7C-E35D-4ED5-E3177DB2B9EC}"/>
              </a:ext>
            </a:extLst>
          </p:cNvPr>
          <p:cNvSpPr txBox="1"/>
          <p:nvPr/>
        </p:nvSpPr>
        <p:spPr>
          <a:xfrm>
            <a:off x="155094" y="1244425"/>
            <a:ext cx="10419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254;p26">
            <a:extLst>
              <a:ext uri="{FF2B5EF4-FFF2-40B4-BE49-F238E27FC236}">
                <a16:creationId xmlns:a16="http://schemas.microsoft.com/office/drawing/2014/main" id="{2FA79492-104B-3080-2BE8-45FF3A4194CB}"/>
              </a:ext>
            </a:extLst>
          </p:cNvPr>
          <p:cNvSpPr txBox="1"/>
          <p:nvPr/>
        </p:nvSpPr>
        <p:spPr>
          <a:xfrm>
            <a:off x="155094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token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" name="Google Shape;255;p26">
            <a:extLst>
              <a:ext uri="{FF2B5EF4-FFF2-40B4-BE49-F238E27FC236}">
                <a16:creationId xmlns:a16="http://schemas.microsoft.com/office/drawing/2014/main" id="{24D3B84C-FAB0-97C5-B0A7-97FC5B0FA3C0}"/>
              </a:ext>
            </a:extLst>
          </p:cNvPr>
          <p:cNvSpPr txBox="1"/>
          <p:nvPr/>
        </p:nvSpPr>
        <p:spPr>
          <a:xfrm>
            <a:off x="155094" y="2694766"/>
            <a:ext cx="9501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Encoder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idden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states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256;p26">
            <a:extLst>
              <a:ext uri="{FF2B5EF4-FFF2-40B4-BE49-F238E27FC236}">
                <a16:creationId xmlns:a16="http://schemas.microsoft.com/office/drawing/2014/main" id="{7EC7BF54-044B-A37E-D559-BB6BD2761835}"/>
              </a:ext>
            </a:extLst>
          </p:cNvPr>
          <p:cNvSpPr txBox="1"/>
          <p:nvPr/>
        </p:nvSpPr>
        <p:spPr>
          <a:xfrm>
            <a:off x="155094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C6438-16FD-024E-5DDD-8A67F437F92B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3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3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2" name="Google Shape;1092;p33"/>
          <p:cNvCxnSpPr>
            <a:stCxn id="1090" idx="0"/>
            <a:endCxn id="1093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4" name="Google Shape;1094;p33"/>
          <p:cNvCxnSpPr>
            <a:endCxn id="1095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6" name="Google Shape;1096;p33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7" name="Google Shape;1097;p33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8" name="Google Shape;1098;p33"/>
          <p:cNvCxnSpPr>
            <a:stCxn id="1093" idx="0"/>
            <a:endCxn id="1099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3" name="Google Shape;1093;p33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3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1" name="Google Shape;1101;p33"/>
          <p:cNvCxnSpPr>
            <a:stCxn id="1095" idx="0"/>
            <a:endCxn id="1102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5" name="Google Shape;1095;p33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3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3" name="Google Shape;1103;p33"/>
          <p:cNvCxnSpPr>
            <a:stCxn id="1104" idx="0"/>
            <a:endCxn id="1105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04" name="Google Shape;1104;p33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3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6" name="Google Shape;1106;p33"/>
          <p:cNvCxnSpPr>
            <a:stCxn id="1107" idx="0"/>
            <a:endCxn id="1108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07" name="Google Shape;1107;p33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3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9" name="Google Shape;1109;p33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0" name="Google Shape;1110;p33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1" name="Google Shape;1111;p33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12" name="Google Shape;1112;p33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3" name="Google Shape;1113;p33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4" name="Google Shape;1114;p33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5" name="Google Shape;1115;p33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6" name="Google Shape;1116;p33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7" name="Google Shape;1117;p33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8" name="Google Shape;1118;p33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9" name="Google Shape;1119;p33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0" name="Google Shape;1120;p33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1" name="Google Shape;1121;p33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22" name="Google Shape;1122;p33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24" name="Google Shape;1124;p33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5" name="Google Shape;1125;p33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6" name="Google Shape;1126;p33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7" name="Google Shape;1127;p33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8" name="Google Shape;1128;p33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9" name="Google Shape;1129;p33"/>
          <p:cNvCxnSpPr>
            <a:stCxn id="1130" idx="0"/>
            <a:endCxn id="1131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30" name="Google Shape;1130;p33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33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2" name="Google Shape;1132;p33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33" name="Google Shape;1133;p33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4" name="Google Shape;1134;p33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35" name="Google Shape;1135;p33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36" name="Google Shape;1136;p33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37" name="Google Shape;1137;p33"/>
          <p:cNvCxnSpPr>
            <a:stCxn id="1138" idx="0"/>
            <a:endCxn id="1139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38" name="Google Shape;1138;p33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3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0" name="Google Shape;1140;p33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1" name="Google Shape;1141;p33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42" name="Google Shape;1142;p33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43" name="Google Shape;1143;p33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5" name="Google Shape;1145;p33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6" name="Google Shape;1146;p33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7" name="Google Shape;1147;p33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48" name="Google Shape;1148;p33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49" name="Google Shape;1149;p33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50" name="Google Shape;1150;p33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51" name="Google Shape;1151;p33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52" name="Google Shape;1152;p33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53" name="Google Shape;1153;p33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54" name="Google Shape;1154;p33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55" name="Google Shape;1155;p33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156" name="Google Shape;1156;p3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33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58" name="Google Shape;1158;p33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1159" name="Google Shape;1159;p3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0" name="Google Shape;1160;p33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1" name="Google Shape;1161;p33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3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33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3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5" name="Google Shape;1165;p33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6" name="Google Shape;1166;p33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7" name="Google Shape;1167;p33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8" name="Google Shape;1168;p33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69" name="Google Shape;1169;p33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170" name="Google Shape;1170;p33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171" name="Google Shape;1171;p33"/>
          <p:cNvSpPr/>
          <p:nvPr/>
        </p:nvSpPr>
        <p:spPr>
          <a:xfrm>
            <a:off x="5867975" y="1464525"/>
            <a:ext cx="10419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33"/>
          <p:cNvSpPr/>
          <p:nvPr/>
        </p:nvSpPr>
        <p:spPr>
          <a:xfrm>
            <a:off x="5705500" y="288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33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33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33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33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33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78" name="Google Shape;1178;p33"/>
          <p:cNvCxnSpPr>
            <a:stCxn id="1173" idx="2"/>
            <a:endCxn id="1174" idx="5"/>
          </p:cNvCxnSpPr>
          <p:nvPr/>
        </p:nvCxnSpPr>
        <p:spPr>
          <a:xfrm rot="10800000">
            <a:off x="2073850" y="2300125"/>
            <a:ext cx="30039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9" name="Google Shape;1179;p33"/>
          <p:cNvCxnSpPr>
            <a:stCxn id="1173" idx="2"/>
            <a:endCxn id="1175" idx="5"/>
          </p:cNvCxnSpPr>
          <p:nvPr/>
        </p:nvCxnSpPr>
        <p:spPr>
          <a:xfrm rot="10800000">
            <a:off x="2590750" y="2300125"/>
            <a:ext cx="24870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0" name="Google Shape;1180;p33"/>
          <p:cNvCxnSpPr>
            <a:stCxn id="1173" idx="2"/>
            <a:endCxn id="1176" idx="5"/>
          </p:cNvCxnSpPr>
          <p:nvPr/>
        </p:nvCxnSpPr>
        <p:spPr>
          <a:xfrm rot="10800000">
            <a:off x="3107650" y="2300125"/>
            <a:ext cx="19701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1" name="Google Shape;1181;p33"/>
          <p:cNvCxnSpPr>
            <a:stCxn id="1173" idx="2"/>
            <a:endCxn id="1177" idx="5"/>
          </p:cNvCxnSpPr>
          <p:nvPr/>
        </p:nvCxnSpPr>
        <p:spPr>
          <a:xfrm rot="10800000">
            <a:off x="3589750" y="2300125"/>
            <a:ext cx="14880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2" name="Google Shape;1182;p33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183" name="Google Shape;1183;p33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184" name="Google Shape;1184;p33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185" name="Google Shape;1185;p33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187" name="Google Shape;1187;p33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33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33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190" name="Google Shape;1190;p33"/>
          <p:cNvSpPr txBox="1"/>
          <p:nvPr/>
        </p:nvSpPr>
        <p:spPr>
          <a:xfrm>
            <a:off x="4991963" y="2702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cxnSp>
        <p:nvCxnSpPr>
          <p:cNvPr id="1191" name="Google Shape;1191;p33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2" name="Google Shape;1192;p33"/>
          <p:cNvSpPr/>
          <p:nvPr/>
        </p:nvSpPr>
        <p:spPr>
          <a:xfrm>
            <a:off x="1871725" y="1554675"/>
            <a:ext cx="205500" cy="19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33"/>
          <p:cNvSpPr/>
          <p:nvPr/>
        </p:nvSpPr>
        <p:spPr>
          <a:xfrm>
            <a:off x="2359650" y="1601302"/>
            <a:ext cx="205500" cy="141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33"/>
          <p:cNvSpPr/>
          <p:nvPr/>
        </p:nvSpPr>
        <p:spPr>
          <a:xfrm>
            <a:off x="2894100" y="1120220"/>
            <a:ext cx="205500" cy="618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33"/>
          <p:cNvSpPr/>
          <p:nvPr/>
        </p:nvSpPr>
        <p:spPr>
          <a:xfrm>
            <a:off x="3364725" y="1446034"/>
            <a:ext cx="205500" cy="292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33"/>
          <p:cNvSpPr/>
          <p:nvPr/>
        </p:nvSpPr>
        <p:spPr>
          <a:xfrm>
            <a:off x="5477588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33"/>
          <p:cNvSpPr/>
          <p:nvPr/>
        </p:nvSpPr>
        <p:spPr>
          <a:xfrm>
            <a:off x="2920250" y="608750"/>
            <a:ext cx="2505575" cy="1949775"/>
          </a:xfrm>
          <a:custGeom>
            <a:avLst/>
            <a:gdLst/>
            <a:ahLst/>
            <a:cxnLst/>
            <a:rect l="l" t="t" r="r" b="b"/>
            <a:pathLst>
              <a:path w="100223" h="77991" extrusionOk="0">
                <a:moveTo>
                  <a:pt x="0" y="0"/>
                </a:moveTo>
                <a:cubicBezTo>
                  <a:pt x="19144" y="0"/>
                  <a:pt x="41225" y="1301"/>
                  <a:pt x="55758" y="13763"/>
                </a:cubicBezTo>
                <a:cubicBezTo>
                  <a:pt x="75525" y="30713"/>
                  <a:pt x="88578" y="54701"/>
                  <a:pt x="100223" y="77991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1198" name="Google Shape;1198;p3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994" y="132325"/>
            <a:ext cx="1399305" cy="6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3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7673" y="2059129"/>
            <a:ext cx="1399300" cy="38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3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990044" y="2778525"/>
            <a:ext cx="2051531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39;p30">
            <a:extLst>
              <a:ext uri="{FF2B5EF4-FFF2-40B4-BE49-F238E27FC236}">
                <a16:creationId xmlns:a16="http://schemas.microsoft.com/office/drawing/2014/main" id="{1D8C5C8F-D029-9D00-1819-4B25864B0CD2}"/>
              </a:ext>
            </a:extLst>
          </p:cNvPr>
          <p:cNvSpPr txBox="1"/>
          <p:nvPr/>
        </p:nvSpPr>
        <p:spPr>
          <a:xfrm>
            <a:off x="155094" y="1244425"/>
            <a:ext cx="10419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254;p26">
            <a:extLst>
              <a:ext uri="{FF2B5EF4-FFF2-40B4-BE49-F238E27FC236}">
                <a16:creationId xmlns:a16="http://schemas.microsoft.com/office/drawing/2014/main" id="{A60BBE77-B2E4-397F-9560-27155C3B3CD7}"/>
              </a:ext>
            </a:extLst>
          </p:cNvPr>
          <p:cNvSpPr txBox="1"/>
          <p:nvPr/>
        </p:nvSpPr>
        <p:spPr>
          <a:xfrm>
            <a:off x="155094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token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" name="Google Shape;255;p26">
            <a:extLst>
              <a:ext uri="{FF2B5EF4-FFF2-40B4-BE49-F238E27FC236}">
                <a16:creationId xmlns:a16="http://schemas.microsoft.com/office/drawing/2014/main" id="{74D9DCEF-A9D3-73B7-C0F5-E5DDE84FC1F1}"/>
              </a:ext>
            </a:extLst>
          </p:cNvPr>
          <p:cNvSpPr txBox="1"/>
          <p:nvPr/>
        </p:nvSpPr>
        <p:spPr>
          <a:xfrm>
            <a:off x="155094" y="2694766"/>
            <a:ext cx="9501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Encoder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idden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states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256;p26">
            <a:extLst>
              <a:ext uri="{FF2B5EF4-FFF2-40B4-BE49-F238E27FC236}">
                <a16:creationId xmlns:a16="http://schemas.microsoft.com/office/drawing/2014/main" id="{43BFB8A4-5A2F-67BC-9207-99D764821047}"/>
              </a:ext>
            </a:extLst>
          </p:cNvPr>
          <p:cNvSpPr txBox="1"/>
          <p:nvPr/>
        </p:nvSpPr>
        <p:spPr>
          <a:xfrm>
            <a:off x="155094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C14D7-F5DA-3993-A33B-6AC8378D4BAD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4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4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7" name="Google Shape;1207;p34"/>
          <p:cNvCxnSpPr>
            <a:stCxn id="1205" idx="0"/>
            <a:endCxn id="1208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9" name="Google Shape;1209;p34"/>
          <p:cNvCxnSpPr>
            <a:endCxn id="1210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1" name="Google Shape;1211;p34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2" name="Google Shape;1212;p34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3" name="Google Shape;1213;p34"/>
          <p:cNvCxnSpPr>
            <a:stCxn id="1208" idx="0"/>
            <a:endCxn id="1214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8" name="Google Shape;1208;p34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4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6" name="Google Shape;1216;p34"/>
          <p:cNvCxnSpPr>
            <a:stCxn id="1210" idx="0"/>
            <a:endCxn id="1217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10" name="Google Shape;1210;p34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4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8" name="Google Shape;1218;p34"/>
          <p:cNvCxnSpPr>
            <a:stCxn id="1219" idx="0"/>
            <a:endCxn id="1220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19" name="Google Shape;1219;p34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4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1" name="Google Shape;1221;p34"/>
          <p:cNvCxnSpPr>
            <a:stCxn id="1222" idx="0"/>
            <a:endCxn id="1223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22" name="Google Shape;1222;p34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4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4" name="Google Shape;1224;p34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25" name="Google Shape;1225;p34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26" name="Google Shape;1226;p34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27" name="Google Shape;1227;p34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28" name="Google Shape;1228;p34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29" name="Google Shape;1229;p34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0" name="Google Shape;1230;p34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1" name="Google Shape;1231;p34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2" name="Google Shape;1232;p34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3" name="Google Shape;1233;p34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4" name="Google Shape;1234;p34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5" name="Google Shape;1235;p34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6" name="Google Shape;1236;p34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37" name="Google Shape;1237;p34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39" name="Google Shape;1239;p34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0" name="Google Shape;1240;p34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1" name="Google Shape;1241;p34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2" name="Google Shape;1242;p34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3" name="Google Shape;1243;p34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4" name="Google Shape;1244;p34"/>
          <p:cNvCxnSpPr>
            <a:stCxn id="1245" idx="0"/>
            <a:endCxn id="1246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45" name="Google Shape;1245;p34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4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7" name="Google Shape;1247;p34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48" name="Google Shape;1248;p34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49" name="Google Shape;1249;p34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50" name="Google Shape;1250;p34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51" name="Google Shape;1251;p34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52" name="Google Shape;1252;p34"/>
          <p:cNvCxnSpPr>
            <a:stCxn id="1253" idx="0"/>
            <a:endCxn id="1254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53" name="Google Shape;1253;p34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4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5" name="Google Shape;1255;p34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56" name="Google Shape;1256;p34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7" name="Google Shape;1257;p34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58" name="Google Shape;1258;p34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60" name="Google Shape;1260;p34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1" name="Google Shape;1261;p34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2" name="Google Shape;1262;p34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63" name="Google Shape;1263;p34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64" name="Google Shape;1264;p34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65" name="Google Shape;1265;p34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66" name="Google Shape;1266;p34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67" name="Google Shape;1267;p34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68" name="Google Shape;1268;p34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69" name="Google Shape;1269;p34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70" name="Google Shape;1270;p34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271" name="Google Shape;1271;p3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34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73" name="Google Shape;1273;p34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dk1"/>
                </a:solidFill>
              </a:rPr>
              <a:t>copy</a:t>
            </a:r>
            <a:endParaRPr sz="1600" i="1">
              <a:solidFill>
                <a:schemeClr val="dk1"/>
              </a:solidFill>
            </a:endParaRPr>
          </a:p>
        </p:txBody>
      </p:sp>
      <p:pic>
        <p:nvPicPr>
          <p:cNvPr id="1274" name="Google Shape;1274;p3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5" name="Google Shape;1275;p34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6" name="Google Shape;1276;p34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4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34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34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80" name="Google Shape;1280;p34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81" name="Google Shape;1281;p34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82" name="Google Shape;1282;p34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83" name="Google Shape;1283;p34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84" name="Google Shape;1284;p34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285" name="Google Shape;1285;p34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286" name="Google Shape;1286;p34"/>
          <p:cNvSpPr/>
          <p:nvPr/>
        </p:nvSpPr>
        <p:spPr>
          <a:xfrm>
            <a:off x="5867975" y="1464525"/>
            <a:ext cx="10419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34"/>
          <p:cNvSpPr/>
          <p:nvPr/>
        </p:nvSpPr>
        <p:spPr>
          <a:xfrm>
            <a:off x="5705500" y="288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34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34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34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4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34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93" name="Google Shape;1293;p34"/>
          <p:cNvCxnSpPr>
            <a:stCxn id="1288" idx="2"/>
            <a:endCxn id="1289" idx="5"/>
          </p:cNvCxnSpPr>
          <p:nvPr/>
        </p:nvCxnSpPr>
        <p:spPr>
          <a:xfrm rot="10800000">
            <a:off x="2073850" y="2300125"/>
            <a:ext cx="30039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4" name="Google Shape;1294;p34"/>
          <p:cNvCxnSpPr>
            <a:stCxn id="1288" idx="2"/>
            <a:endCxn id="1290" idx="5"/>
          </p:cNvCxnSpPr>
          <p:nvPr/>
        </p:nvCxnSpPr>
        <p:spPr>
          <a:xfrm rot="10800000">
            <a:off x="2590750" y="2300125"/>
            <a:ext cx="24870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5" name="Google Shape;1295;p34"/>
          <p:cNvCxnSpPr>
            <a:stCxn id="1288" idx="2"/>
            <a:endCxn id="1291" idx="5"/>
          </p:cNvCxnSpPr>
          <p:nvPr/>
        </p:nvCxnSpPr>
        <p:spPr>
          <a:xfrm rot="10800000">
            <a:off x="3107650" y="2300125"/>
            <a:ext cx="19701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6" name="Google Shape;1296;p34"/>
          <p:cNvCxnSpPr>
            <a:stCxn id="1288" idx="2"/>
            <a:endCxn id="1292" idx="5"/>
          </p:cNvCxnSpPr>
          <p:nvPr/>
        </p:nvCxnSpPr>
        <p:spPr>
          <a:xfrm rot="10800000">
            <a:off x="3589750" y="2300125"/>
            <a:ext cx="1488000" cy="3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7" name="Google Shape;1297;p34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298" name="Google Shape;1298;p34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299" name="Google Shape;1299;p34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300" name="Google Shape;1300;p34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302" name="Google Shape;1302;p34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34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34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1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305" name="Google Shape;1305;p34"/>
          <p:cNvSpPr txBox="1"/>
          <p:nvPr/>
        </p:nvSpPr>
        <p:spPr>
          <a:xfrm>
            <a:off x="4991963" y="2702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cxnSp>
        <p:nvCxnSpPr>
          <p:cNvPr id="1306" name="Google Shape;1306;p34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7" name="Google Shape;1307;p34"/>
          <p:cNvSpPr/>
          <p:nvPr/>
        </p:nvSpPr>
        <p:spPr>
          <a:xfrm>
            <a:off x="1871725" y="1554675"/>
            <a:ext cx="205500" cy="19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4"/>
          <p:cNvSpPr/>
          <p:nvPr/>
        </p:nvSpPr>
        <p:spPr>
          <a:xfrm>
            <a:off x="2359650" y="1601302"/>
            <a:ext cx="205500" cy="141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4"/>
          <p:cNvSpPr/>
          <p:nvPr/>
        </p:nvSpPr>
        <p:spPr>
          <a:xfrm>
            <a:off x="2894100" y="1120220"/>
            <a:ext cx="205500" cy="618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34"/>
          <p:cNvSpPr/>
          <p:nvPr/>
        </p:nvSpPr>
        <p:spPr>
          <a:xfrm>
            <a:off x="3364725" y="1446034"/>
            <a:ext cx="205500" cy="292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4"/>
          <p:cNvSpPr/>
          <p:nvPr/>
        </p:nvSpPr>
        <p:spPr>
          <a:xfrm>
            <a:off x="5477588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34"/>
          <p:cNvSpPr/>
          <p:nvPr/>
        </p:nvSpPr>
        <p:spPr>
          <a:xfrm>
            <a:off x="2920250" y="608750"/>
            <a:ext cx="2505575" cy="1949775"/>
          </a:xfrm>
          <a:custGeom>
            <a:avLst/>
            <a:gdLst/>
            <a:ahLst/>
            <a:cxnLst/>
            <a:rect l="l" t="t" r="r" b="b"/>
            <a:pathLst>
              <a:path w="100223" h="77991" extrusionOk="0">
                <a:moveTo>
                  <a:pt x="0" y="0"/>
                </a:moveTo>
                <a:cubicBezTo>
                  <a:pt x="19144" y="0"/>
                  <a:pt x="41225" y="1301"/>
                  <a:pt x="55758" y="13763"/>
                </a:cubicBezTo>
                <a:cubicBezTo>
                  <a:pt x="75525" y="30713"/>
                  <a:pt x="88578" y="54701"/>
                  <a:pt x="100223" y="77991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1313" name="Google Shape;1313;p3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994" y="132325"/>
            <a:ext cx="1399305" cy="6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3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7673" y="2059129"/>
            <a:ext cx="1399300" cy="387921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34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34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317" name="Google Shape;1317;p34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18" name="Google Shape;1318;p34"/>
          <p:cNvSpPr/>
          <p:nvPr/>
        </p:nvSpPr>
        <p:spPr>
          <a:xfrm>
            <a:off x="5867975" y="1464525"/>
            <a:ext cx="10419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34"/>
          <p:cNvSpPr/>
          <p:nvPr/>
        </p:nvSpPr>
        <p:spPr>
          <a:xfrm>
            <a:off x="5126358" y="838514"/>
            <a:ext cx="130500" cy="4473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4"/>
          <p:cNvSpPr/>
          <p:nvPr/>
        </p:nvSpPr>
        <p:spPr>
          <a:xfrm>
            <a:off x="5257023" y="1034469"/>
            <a:ext cx="130500" cy="2514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4"/>
          <p:cNvSpPr/>
          <p:nvPr/>
        </p:nvSpPr>
        <p:spPr>
          <a:xfrm>
            <a:off x="5387688" y="1119347"/>
            <a:ext cx="130500" cy="1665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4"/>
          <p:cNvSpPr/>
          <p:nvPr/>
        </p:nvSpPr>
        <p:spPr>
          <a:xfrm>
            <a:off x="5518363" y="652625"/>
            <a:ext cx="130500" cy="6333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4"/>
          <p:cNvSpPr/>
          <p:nvPr/>
        </p:nvSpPr>
        <p:spPr>
          <a:xfrm>
            <a:off x="5649017" y="1214094"/>
            <a:ext cx="130500" cy="717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4"/>
          <p:cNvSpPr/>
          <p:nvPr/>
        </p:nvSpPr>
        <p:spPr>
          <a:xfrm>
            <a:off x="5779682" y="1048985"/>
            <a:ext cx="130500" cy="2367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4"/>
          <p:cNvSpPr/>
          <p:nvPr/>
        </p:nvSpPr>
        <p:spPr>
          <a:xfrm>
            <a:off x="5910347" y="989106"/>
            <a:ext cx="130500" cy="2967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34"/>
          <p:cNvSpPr txBox="1"/>
          <p:nvPr/>
        </p:nvSpPr>
        <p:spPr>
          <a:xfrm>
            <a:off x="4950439" y="316597"/>
            <a:ext cx="48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kitty</a:t>
            </a:r>
            <a:endParaRPr sz="1000"/>
          </a:p>
        </p:txBody>
      </p:sp>
      <p:sp>
        <p:nvSpPr>
          <p:cNvPr id="1327" name="Google Shape;1327;p34"/>
          <p:cNvSpPr txBox="1"/>
          <p:nvPr/>
        </p:nvSpPr>
        <p:spPr>
          <a:xfrm>
            <a:off x="5261563" y="96650"/>
            <a:ext cx="64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morning</a:t>
            </a:r>
            <a:endParaRPr sz="1000"/>
          </a:p>
        </p:txBody>
      </p:sp>
      <p:cxnSp>
        <p:nvCxnSpPr>
          <p:cNvPr id="1328" name="Google Shape;1328;p34"/>
          <p:cNvCxnSpPr>
            <a:stCxn id="1327" idx="2"/>
          </p:cNvCxnSpPr>
          <p:nvPr/>
        </p:nvCxnSpPr>
        <p:spPr>
          <a:xfrm>
            <a:off x="5583613" y="342950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29" name="Google Shape;1329;p34"/>
          <p:cNvSpPr txBox="1"/>
          <p:nvPr/>
        </p:nvSpPr>
        <p:spPr>
          <a:xfrm>
            <a:off x="5687211" y="463792"/>
            <a:ext cx="576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meow</a:t>
            </a:r>
            <a:endParaRPr sz="1000"/>
          </a:p>
        </p:txBody>
      </p:sp>
      <p:cxnSp>
        <p:nvCxnSpPr>
          <p:cNvPr id="1330" name="Google Shape;1330;p34"/>
          <p:cNvCxnSpPr>
            <a:stCxn id="1329" idx="2"/>
          </p:cNvCxnSpPr>
          <p:nvPr/>
        </p:nvCxnSpPr>
        <p:spPr>
          <a:xfrm>
            <a:off x="5975661" y="710092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31" name="Google Shape;1331;p34"/>
          <p:cNvCxnSpPr/>
          <p:nvPr/>
        </p:nvCxnSpPr>
        <p:spPr>
          <a:xfrm rot="10800000" flipH="1">
            <a:off x="5594225" y="1320363"/>
            <a:ext cx="1200" cy="63330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2" name="Google Shape;1332;p34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4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rgbClr val="000000"/>
                </a:solidFill>
              </a:rPr>
              <a:t>fc</a:t>
            </a:r>
            <a:r>
              <a:rPr lang="en" sz="1300" i="1" baseline="-25000"/>
              <a:t>2</a:t>
            </a:r>
            <a:endParaRPr sz="1300" i="1" baseline="-25000">
              <a:solidFill>
                <a:srgbClr val="000000"/>
              </a:solidFill>
            </a:endParaRPr>
          </a:p>
        </p:txBody>
      </p:sp>
      <p:sp>
        <p:nvSpPr>
          <p:cNvPr id="1334" name="Google Shape;1334;p34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000000"/>
                </a:solidFill>
              </a:rPr>
              <a:t>d</a:t>
            </a:r>
            <a:endParaRPr sz="1000" i="1">
              <a:solidFill>
                <a:srgbClr val="000000"/>
              </a:solidFill>
            </a:endParaRPr>
          </a:p>
        </p:txBody>
      </p:sp>
      <p:sp>
        <p:nvSpPr>
          <p:cNvPr id="1335" name="Google Shape;1335;p34"/>
          <p:cNvSpPr/>
          <p:nvPr/>
        </p:nvSpPr>
        <p:spPr>
          <a:xfrm>
            <a:off x="2920250" y="608750"/>
            <a:ext cx="2505575" cy="1949775"/>
          </a:xfrm>
          <a:custGeom>
            <a:avLst/>
            <a:gdLst/>
            <a:ahLst/>
            <a:cxnLst/>
            <a:rect l="l" t="t" r="r" b="b"/>
            <a:pathLst>
              <a:path w="100223" h="77991" extrusionOk="0">
                <a:moveTo>
                  <a:pt x="0" y="0"/>
                </a:moveTo>
                <a:cubicBezTo>
                  <a:pt x="19144" y="0"/>
                  <a:pt x="41225" y="1301"/>
                  <a:pt x="55758" y="13763"/>
                </a:cubicBezTo>
                <a:cubicBezTo>
                  <a:pt x="75525" y="30713"/>
                  <a:pt x="88578" y="54701"/>
                  <a:pt x="100223" y="77991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1336" name="Google Shape;1336;p3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990044" y="2778525"/>
            <a:ext cx="2051531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8;p43">
            <a:extLst>
              <a:ext uri="{FF2B5EF4-FFF2-40B4-BE49-F238E27FC236}">
                <a16:creationId xmlns:a16="http://schemas.microsoft.com/office/drawing/2014/main" id="{DF7DF073-AA3E-3633-B5A7-F58F1074259C}"/>
              </a:ext>
            </a:extLst>
          </p:cNvPr>
          <p:cNvSpPr/>
          <p:nvPr/>
        </p:nvSpPr>
        <p:spPr>
          <a:xfrm>
            <a:off x="5612250" y="221214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839;p30">
            <a:extLst>
              <a:ext uri="{FF2B5EF4-FFF2-40B4-BE49-F238E27FC236}">
                <a16:creationId xmlns:a16="http://schemas.microsoft.com/office/drawing/2014/main" id="{D4337D8D-AC6F-4D02-CCE9-515042DBCDE1}"/>
              </a:ext>
            </a:extLst>
          </p:cNvPr>
          <p:cNvSpPr txBox="1"/>
          <p:nvPr/>
        </p:nvSpPr>
        <p:spPr>
          <a:xfrm>
            <a:off x="155094" y="1244425"/>
            <a:ext cx="10419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254;p26">
            <a:extLst>
              <a:ext uri="{FF2B5EF4-FFF2-40B4-BE49-F238E27FC236}">
                <a16:creationId xmlns:a16="http://schemas.microsoft.com/office/drawing/2014/main" id="{D43647E2-5844-0070-C90B-230A68C1AF79}"/>
              </a:ext>
            </a:extLst>
          </p:cNvPr>
          <p:cNvSpPr txBox="1"/>
          <p:nvPr/>
        </p:nvSpPr>
        <p:spPr>
          <a:xfrm>
            <a:off x="155094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token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255;p26">
            <a:extLst>
              <a:ext uri="{FF2B5EF4-FFF2-40B4-BE49-F238E27FC236}">
                <a16:creationId xmlns:a16="http://schemas.microsoft.com/office/drawing/2014/main" id="{1B68B1CF-45CB-7E7F-688E-022B3B43DD66}"/>
              </a:ext>
            </a:extLst>
          </p:cNvPr>
          <p:cNvSpPr txBox="1"/>
          <p:nvPr/>
        </p:nvSpPr>
        <p:spPr>
          <a:xfrm>
            <a:off x="155094" y="2694766"/>
            <a:ext cx="9501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Encoder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idden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states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Google Shape;256;p26">
            <a:extLst>
              <a:ext uri="{FF2B5EF4-FFF2-40B4-BE49-F238E27FC236}">
                <a16:creationId xmlns:a16="http://schemas.microsoft.com/office/drawing/2014/main" id="{5B703AC1-3003-DC61-E955-C4E57CED929B}"/>
              </a:ext>
            </a:extLst>
          </p:cNvPr>
          <p:cNvSpPr txBox="1"/>
          <p:nvPr/>
        </p:nvSpPr>
        <p:spPr>
          <a:xfrm>
            <a:off x="155094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57F98-28A4-F216-7CFD-0B7D08B01738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5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5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p35"/>
          <p:cNvCxnSpPr>
            <a:stCxn id="1341" idx="0"/>
            <a:endCxn id="1344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5" name="Google Shape;1345;p35"/>
          <p:cNvCxnSpPr>
            <a:endCxn id="1346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7" name="Google Shape;1347;p35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8" name="Google Shape;1348;p35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9" name="Google Shape;1349;p35"/>
          <p:cNvCxnSpPr>
            <a:stCxn id="1344" idx="0"/>
            <a:endCxn id="1350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44" name="Google Shape;1344;p35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35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2" name="Google Shape;1352;p35"/>
          <p:cNvCxnSpPr>
            <a:stCxn id="1346" idx="0"/>
            <a:endCxn id="1353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46" name="Google Shape;1346;p35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5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4" name="Google Shape;1354;p35"/>
          <p:cNvCxnSpPr>
            <a:stCxn id="1355" idx="0"/>
            <a:endCxn id="1356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55" name="Google Shape;1355;p35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35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7" name="Google Shape;1357;p35"/>
          <p:cNvCxnSpPr>
            <a:stCxn id="1358" idx="0"/>
            <a:endCxn id="1359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58" name="Google Shape;1358;p35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5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0" name="Google Shape;1360;p35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61" name="Google Shape;1361;p35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62" name="Google Shape;1362;p35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3" name="Google Shape;1363;p35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4" name="Google Shape;1364;p35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5" name="Google Shape;1365;p35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6" name="Google Shape;1366;p35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7" name="Google Shape;1367;p35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8" name="Google Shape;1368;p35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9" name="Google Shape;1369;p35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70" name="Google Shape;1370;p35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71" name="Google Shape;1371;p35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2" name="Google Shape;1372;p35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73" name="Google Shape;1373;p35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75" name="Google Shape;1375;p35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76" name="Google Shape;1376;p35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77" name="Google Shape;1377;p35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78" name="Google Shape;1378;p35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79" name="Google Shape;1379;p35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80" name="Google Shape;1380;p35"/>
          <p:cNvCxnSpPr>
            <a:stCxn id="1381" idx="0"/>
            <a:endCxn id="1382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81" name="Google Shape;1381;p35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5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3" name="Google Shape;1383;p35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84" name="Google Shape;1384;p35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85" name="Google Shape;1385;p35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86" name="Google Shape;1386;p35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87" name="Google Shape;1387;p35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88" name="Google Shape;1388;p35"/>
          <p:cNvCxnSpPr>
            <a:stCxn id="1389" idx="0"/>
            <a:endCxn id="1390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89" name="Google Shape;1389;p35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5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1" name="Google Shape;1391;p35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92" name="Google Shape;1392;p35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93" name="Google Shape;1393;p35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94" name="Google Shape;1394;p35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96" name="Google Shape;1396;p35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97" name="Google Shape;1397;p35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98" name="Google Shape;1398;p35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399" name="Google Shape;1399;p35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0" name="Google Shape;1400;p35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1" name="Google Shape;1401;p35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2" name="Google Shape;1402;p35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3" name="Google Shape;1403;p35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4" name="Google Shape;1404;p35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5" name="Google Shape;1405;p35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6" name="Google Shape;1406;p35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407" name="Google Shape;1407;p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35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09" name="Google Shape;1409;p35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1410" name="Google Shape;1410;p3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1" name="Google Shape;1411;p35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2" name="Google Shape;1412;p35"/>
          <p:cNvSpPr txBox="1"/>
          <p:nvPr/>
        </p:nvSpPr>
        <p:spPr>
          <a:xfrm>
            <a:off x="4722700" y="4574125"/>
            <a:ext cx="222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morning  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35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35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35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16" name="Google Shape;1416;p35"/>
          <p:cNvSpPr txBox="1"/>
          <p:nvPr/>
        </p:nvSpPr>
        <p:spPr>
          <a:xfrm>
            <a:off x="5990038" y="26821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17" name="Google Shape;1417;p35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18" name="Google Shape;1418;p35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19" name="Google Shape;1419;p35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20" name="Google Shape;1420;p35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3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421" name="Google Shape;1421;p35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422" name="Google Shape;1422;p35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35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35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35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35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35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12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428" name="Google Shape;1428;p35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22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429" name="Google Shape;1429;p35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32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430" name="Google Shape;1430;p35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42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432" name="Google Shape;1432;p35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35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35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2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435" name="Google Shape;1435;p35"/>
          <p:cNvSpPr txBox="1"/>
          <p:nvPr/>
        </p:nvSpPr>
        <p:spPr>
          <a:xfrm>
            <a:off x="4991963" y="2702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cxnSp>
        <p:nvCxnSpPr>
          <p:cNvPr id="1436" name="Google Shape;1436;p35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7" name="Google Shape;1437;p35"/>
          <p:cNvSpPr/>
          <p:nvPr/>
        </p:nvSpPr>
        <p:spPr>
          <a:xfrm>
            <a:off x="1871725" y="1644625"/>
            <a:ext cx="205500" cy="10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35"/>
          <p:cNvSpPr/>
          <p:nvPr/>
        </p:nvSpPr>
        <p:spPr>
          <a:xfrm>
            <a:off x="2359650" y="1601302"/>
            <a:ext cx="205500" cy="141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35"/>
          <p:cNvSpPr/>
          <p:nvPr/>
        </p:nvSpPr>
        <p:spPr>
          <a:xfrm>
            <a:off x="2894100" y="1215324"/>
            <a:ext cx="205500" cy="523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35"/>
          <p:cNvSpPr/>
          <p:nvPr/>
        </p:nvSpPr>
        <p:spPr>
          <a:xfrm>
            <a:off x="3364725" y="1120214"/>
            <a:ext cx="205500" cy="618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35"/>
          <p:cNvSpPr/>
          <p:nvPr/>
        </p:nvSpPr>
        <p:spPr>
          <a:xfrm>
            <a:off x="5477588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42" name="Google Shape;1442;p35"/>
          <p:cNvCxnSpPr>
            <a:stCxn id="1441" idx="2"/>
            <a:endCxn id="1429" idx="2"/>
          </p:cNvCxnSpPr>
          <p:nvPr/>
        </p:nvCxnSpPr>
        <p:spPr>
          <a:xfrm rot="10800000">
            <a:off x="3035288" y="2344525"/>
            <a:ext cx="2553000" cy="29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3" name="Google Shape;1443;p35"/>
          <p:cNvCxnSpPr>
            <a:stCxn id="1441" idx="2"/>
            <a:endCxn id="1430" idx="2"/>
          </p:cNvCxnSpPr>
          <p:nvPr/>
        </p:nvCxnSpPr>
        <p:spPr>
          <a:xfrm rot="10800000">
            <a:off x="3522788" y="2343325"/>
            <a:ext cx="2065500" cy="29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4" name="Google Shape;1444;p35"/>
          <p:cNvCxnSpPr>
            <a:stCxn id="1441" idx="2"/>
            <a:endCxn id="1428" idx="2"/>
          </p:cNvCxnSpPr>
          <p:nvPr/>
        </p:nvCxnSpPr>
        <p:spPr>
          <a:xfrm rot="10800000">
            <a:off x="2523188" y="2343325"/>
            <a:ext cx="3065100" cy="29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5" name="Google Shape;1445;p35"/>
          <p:cNvCxnSpPr>
            <a:stCxn id="1441" idx="2"/>
            <a:endCxn id="1427" idx="2"/>
          </p:cNvCxnSpPr>
          <p:nvPr/>
        </p:nvCxnSpPr>
        <p:spPr>
          <a:xfrm rot="10800000">
            <a:off x="1981088" y="2365825"/>
            <a:ext cx="3607200" cy="26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6" name="Google Shape;1446;p35"/>
          <p:cNvSpPr/>
          <p:nvPr/>
        </p:nvSpPr>
        <p:spPr>
          <a:xfrm>
            <a:off x="5578806" y="1136776"/>
            <a:ext cx="130500" cy="1290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5"/>
          <p:cNvSpPr/>
          <p:nvPr/>
        </p:nvSpPr>
        <p:spPr>
          <a:xfrm>
            <a:off x="5709470" y="818614"/>
            <a:ext cx="130500" cy="4473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35"/>
          <p:cNvSpPr/>
          <p:nvPr/>
        </p:nvSpPr>
        <p:spPr>
          <a:xfrm>
            <a:off x="5840135" y="1014569"/>
            <a:ext cx="130500" cy="2514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5"/>
          <p:cNvSpPr/>
          <p:nvPr/>
        </p:nvSpPr>
        <p:spPr>
          <a:xfrm>
            <a:off x="5970800" y="1099447"/>
            <a:ext cx="130500" cy="1665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35"/>
          <p:cNvSpPr/>
          <p:nvPr/>
        </p:nvSpPr>
        <p:spPr>
          <a:xfrm>
            <a:off x="6101475" y="632725"/>
            <a:ext cx="130500" cy="6333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35"/>
          <p:cNvSpPr/>
          <p:nvPr/>
        </p:nvSpPr>
        <p:spPr>
          <a:xfrm>
            <a:off x="6232130" y="1194194"/>
            <a:ext cx="130500" cy="717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35"/>
          <p:cNvSpPr/>
          <p:nvPr/>
        </p:nvSpPr>
        <p:spPr>
          <a:xfrm>
            <a:off x="6362794" y="1029085"/>
            <a:ext cx="130500" cy="2367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35"/>
          <p:cNvSpPr/>
          <p:nvPr/>
        </p:nvSpPr>
        <p:spPr>
          <a:xfrm>
            <a:off x="6493459" y="969206"/>
            <a:ext cx="130500" cy="296700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35"/>
          <p:cNvSpPr txBox="1"/>
          <p:nvPr/>
        </p:nvSpPr>
        <p:spPr>
          <a:xfrm>
            <a:off x="5533551" y="296697"/>
            <a:ext cx="48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tired</a:t>
            </a:r>
            <a:endParaRPr sz="1000"/>
          </a:p>
        </p:txBody>
      </p:sp>
      <p:cxnSp>
        <p:nvCxnSpPr>
          <p:cNvPr id="1455" name="Google Shape;1455;p35"/>
          <p:cNvCxnSpPr>
            <a:stCxn id="1454" idx="2"/>
          </p:cNvCxnSpPr>
          <p:nvPr/>
        </p:nvCxnSpPr>
        <p:spPr>
          <a:xfrm>
            <a:off x="5774751" y="542997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56" name="Google Shape;1456;p35"/>
          <p:cNvSpPr txBox="1"/>
          <p:nvPr/>
        </p:nvSpPr>
        <p:spPr>
          <a:xfrm>
            <a:off x="5844676" y="76750"/>
            <a:ext cx="64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&lt;EOS&gt;</a:t>
            </a:r>
            <a:endParaRPr sz="1000"/>
          </a:p>
        </p:txBody>
      </p:sp>
      <p:cxnSp>
        <p:nvCxnSpPr>
          <p:cNvPr id="1457" name="Google Shape;1457;p35"/>
          <p:cNvCxnSpPr>
            <a:stCxn id="1456" idx="2"/>
          </p:cNvCxnSpPr>
          <p:nvPr/>
        </p:nvCxnSpPr>
        <p:spPr>
          <a:xfrm>
            <a:off x="6166726" y="323050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58" name="Google Shape;1458;p35"/>
          <p:cNvSpPr txBox="1"/>
          <p:nvPr/>
        </p:nvSpPr>
        <p:spPr>
          <a:xfrm>
            <a:off x="6270324" y="443892"/>
            <a:ext cx="576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sz="1000"/>
          </a:p>
        </p:txBody>
      </p:sp>
      <p:cxnSp>
        <p:nvCxnSpPr>
          <p:cNvPr id="1459" name="Google Shape;1459;p35"/>
          <p:cNvCxnSpPr>
            <a:stCxn id="1458" idx="2"/>
          </p:cNvCxnSpPr>
          <p:nvPr/>
        </p:nvCxnSpPr>
        <p:spPr>
          <a:xfrm>
            <a:off x="6558774" y="690192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60" name="Google Shape;1460;p35"/>
          <p:cNvCxnSpPr/>
          <p:nvPr/>
        </p:nvCxnSpPr>
        <p:spPr>
          <a:xfrm rot="10800000" flipH="1">
            <a:off x="6086125" y="1320363"/>
            <a:ext cx="1200" cy="63330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61" name="Google Shape;1461;p35"/>
          <p:cNvSpPr/>
          <p:nvPr/>
        </p:nvSpPr>
        <p:spPr>
          <a:xfrm>
            <a:off x="2884950" y="388200"/>
            <a:ext cx="3026100" cy="2135025"/>
          </a:xfrm>
          <a:custGeom>
            <a:avLst/>
            <a:gdLst/>
            <a:ahLst/>
            <a:cxnLst/>
            <a:rect l="l" t="t" r="r" b="b"/>
            <a:pathLst>
              <a:path w="121044" h="85401" extrusionOk="0">
                <a:moveTo>
                  <a:pt x="0" y="0"/>
                </a:moveTo>
                <a:cubicBezTo>
                  <a:pt x="21372" y="0"/>
                  <a:pt x="44681" y="2612"/>
                  <a:pt x="62463" y="14468"/>
                </a:cubicBezTo>
                <a:cubicBezTo>
                  <a:pt x="75892" y="23422"/>
                  <a:pt x="86608" y="36271"/>
                  <a:pt x="95988" y="49405"/>
                </a:cubicBezTo>
                <a:cubicBezTo>
                  <a:pt x="104484" y="61302"/>
                  <a:pt x="114506" y="72325"/>
                  <a:pt x="121044" y="85401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1462" name="Google Shape;1462;p3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37575" y="1976338"/>
            <a:ext cx="1386025" cy="39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3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310550" y="2767307"/>
            <a:ext cx="2065500" cy="436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3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80350" y="128050"/>
            <a:ext cx="1386015" cy="6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8;p43">
            <a:extLst>
              <a:ext uri="{FF2B5EF4-FFF2-40B4-BE49-F238E27FC236}">
                <a16:creationId xmlns:a16="http://schemas.microsoft.com/office/drawing/2014/main" id="{8EA98B70-E58B-E08C-C4D2-A0527EC1B616}"/>
              </a:ext>
            </a:extLst>
          </p:cNvPr>
          <p:cNvSpPr/>
          <p:nvPr/>
        </p:nvSpPr>
        <p:spPr>
          <a:xfrm>
            <a:off x="6076518" y="2211700"/>
            <a:ext cx="70500" cy="11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839;p30">
            <a:extLst>
              <a:ext uri="{FF2B5EF4-FFF2-40B4-BE49-F238E27FC236}">
                <a16:creationId xmlns:a16="http://schemas.microsoft.com/office/drawing/2014/main" id="{1ADCD14D-EFA9-EDAD-2D58-FD5CABFB6910}"/>
              </a:ext>
            </a:extLst>
          </p:cNvPr>
          <p:cNvSpPr txBox="1"/>
          <p:nvPr/>
        </p:nvSpPr>
        <p:spPr>
          <a:xfrm>
            <a:off x="155094" y="1244425"/>
            <a:ext cx="10419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254;p26">
            <a:extLst>
              <a:ext uri="{FF2B5EF4-FFF2-40B4-BE49-F238E27FC236}">
                <a16:creationId xmlns:a16="http://schemas.microsoft.com/office/drawing/2014/main" id="{6171ABF1-51BE-BF60-350C-98A786FAB28B}"/>
              </a:ext>
            </a:extLst>
          </p:cNvPr>
          <p:cNvSpPr txBox="1"/>
          <p:nvPr/>
        </p:nvSpPr>
        <p:spPr>
          <a:xfrm>
            <a:off x="155094" y="3691061"/>
            <a:ext cx="13719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token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" name="Google Shape;255;p26">
            <a:extLst>
              <a:ext uri="{FF2B5EF4-FFF2-40B4-BE49-F238E27FC236}">
                <a16:creationId xmlns:a16="http://schemas.microsoft.com/office/drawing/2014/main" id="{BFB3D8DE-A3A0-8513-08EE-5A02333365BB}"/>
              </a:ext>
            </a:extLst>
          </p:cNvPr>
          <p:cNvSpPr txBox="1"/>
          <p:nvPr/>
        </p:nvSpPr>
        <p:spPr>
          <a:xfrm>
            <a:off x="155094" y="2694766"/>
            <a:ext cx="9501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Encoder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idden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states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Google Shape;256;p26">
            <a:extLst>
              <a:ext uri="{FF2B5EF4-FFF2-40B4-BE49-F238E27FC236}">
                <a16:creationId xmlns:a16="http://schemas.microsoft.com/office/drawing/2014/main" id="{76E5288E-568E-387A-A8B9-8553510A90EA}"/>
              </a:ext>
            </a:extLst>
          </p:cNvPr>
          <p:cNvSpPr txBox="1"/>
          <p:nvPr/>
        </p:nvSpPr>
        <p:spPr>
          <a:xfrm>
            <a:off x="155094" y="4566488"/>
            <a:ext cx="119671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C0DF1-30B9-5223-886D-55521B611185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36"/>
          <p:cNvSpPr txBox="1"/>
          <p:nvPr/>
        </p:nvSpPr>
        <p:spPr>
          <a:xfrm>
            <a:off x="1601268" y="4572836"/>
            <a:ext cx="71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&lt;BOS&gt;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36"/>
          <p:cNvSpPr txBox="1"/>
          <p:nvPr/>
        </p:nvSpPr>
        <p:spPr>
          <a:xfrm>
            <a:off x="2082350" y="4574125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Guten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Morgen &lt;EOS&gt;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1" name="Google Shape;1471;p36"/>
          <p:cNvCxnSpPr>
            <a:stCxn id="1469" idx="0"/>
            <a:endCxn id="1472" idx="2"/>
          </p:cNvCxnSpPr>
          <p:nvPr/>
        </p:nvCxnSpPr>
        <p:spPr>
          <a:xfrm rot="10800000">
            <a:off x="1955568" y="4292936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73" name="Google Shape;1473;p36"/>
          <p:cNvCxnSpPr>
            <a:endCxn id="1474" idx="2"/>
          </p:cNvCxnSpPr>
          <p:nvPr/>
        </p:nvCxnSpPr>
        <p:spPr>
          <a:xfrm rot="10800000">
            <a:off x="2458980" y="4292851"/>
            <a:ext cx="2100" cy="285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75" name="Google Shape;1475;p36"/>
          <p:cNvCxnSpPr/>
          <p:nvPr/>
        </p:nvCxnSpPr>
        <p:spPr>
          <a:xfrm rot="10800000">
            <a:off x="2958051" y="4292725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76" name="Google Shape;1476;p36"/>
          <p:cNvCxnSpPr/>
          <p:nvPr/>
        </p:nvCxnSpPr>
        <p:spPr>
          <a:xfrm rot="10800000">
            <a:off x="3473669" y="4292936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77" name="Google Shape;1477;p36"/>
          <p:cNvCxnSpPr>
            <a:stCxn id="1472" idx="0"/>
            <a:endCxn id="1478" idx="2"/>
          </p:cNvCxnSpPr>
          <p:nvPr/>
        </p:nvCxnSpPr>
        <p:spPr>
          <a:xfrm rot="10800000">
            <a:off x="195562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72" name="Google Shape;1472;p36"/>
          <p:cNvSpPr/>
          <p:nvPr/>
        </p:nvSpPr>
        <p:spPr>
          <a:xfrm>
            <a:off x="184357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6"/>
          <p:cNvSpPr/>
          <p:nvPr/>
        </p:nvSpPr>
        <p:spPr>
          <a:xfrm>
            <a:off x="184357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9" name="Google Shape;1479;p36"/>
          <p:cNvCxnSpPr>
            <a:stCxn id="1474" idx="0"/>
            <a:endCxn id="1480" idx="2"/>
          </p:cNvCxnSpPr>
          <p:nvPr/>
        </p:nvCxnSpPr>
        <p:spPr>
          <a:xfrm rot="10800000">
            <a:off x="2458980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74" name="Google Shape;1474;p36"/>
          <p:cNvSpPr/>
          <p:nvPr/>
        </p:nvSpPr>
        <p:spPr>
          <a:xfrm>
            <a:off x="2346930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6"/>
          <p:cNvSpPr/>
          <p:nvPr/>
        </p:nvSpPr>
        <p:spPr>
          <a:xfrm>
            <a:off x="2346930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1" name="Google Shape;1481;p36"/>
          <p:cNvCxnSpPr>
            <a:stCxn id="1482" idx="0"/>
            <a:endCxn id="1483" idx="2"/>
          </p:cNvCxnSpPr>
          <p:nvPr/>
        </p:nvCxnSpPr>
        <p:spPr>
          <a:xfrm rot="10800000">
            <a:off x="2963633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82" name="Google Shape;1482;p36"/>
          <p:cNvSpPr/>
          <p:nvPr/>
        </p:nvSpPr>
        <p:spPr>
          <a:xfrm>
            <a:off x="2851583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36"/>
          <p:cNvSpPr/>
          <p:nvPr/>
        </p:nvSpPr>
        <p:spPr>
          <a:xfrm>
            <a:off x="2851583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4" name="Google Shape;1484;p36"/>
          <p:cNvCxnSpPr>
            <a:stCxn id="1485" idx="0"/>
            <a:endCxn id="1486" idx="2"/>
          </p:cNvCxnSpPr>
          <p:nvPr/>
        </p:nvCxnSpPr>
        <p:spPr>
          <a:xfrm rot="10800000">
            <a:off x="3471724" y="334425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85" name="Google Shape;1485;p36"/>
          <p:cNvSpPr/>
          <p:nvPr/>
        </p:nvSpPr>
        <p:spPr>
          <a:xfrm>
            <a:off x="3359674" y="361245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6"/>
          <p:cNvSpPr/>
          <p:nvPr/>
        </p:nvSpPr>
        <p:spPr>
          <a:xfrm>
            <a:off x="3359674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7" name="Google Shape;1487;p36"/>
          <p:cNvCxnSpPr/>
          <p:nvPr/>
        </p:nvCxnSpPr>
        <p:spPr>
          <a:xfrm>
            <a:off x="207668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88" name="Google Shape;1488;p36"/>
          <p:cNvCxnSpPr/>
          <p:nvPr/>
        </p:nvCxnSpPr>
        <p:spPr>
          <a:xfrm>
            <a:off x="258133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89" name="Google Shape;1489;p36"/>
          <p:cNvCxnSpPr/>
          <p:nvPr/>
        </p:nvCxnSpPr>
        <p:spPr>
          <a:xfrm>
            <a:off x="3084696" y="3014077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90" name="Google Shape;1490;p36"/>
          <p:cNvSpPr txBox="1"/>
          <p:nvPr/>
        </p:nvSpPr>
        <p:spPr>
          <a:xfrm>
            <a:off x="1852623" y="3809094"/>
            <a:ext cx="217500" cy="19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00" r="-750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1" name="Google Shape;1491;p36"/>
          <p:cNvSpPr txBox="1"/>
          <p:nvPr/>
        </p:nvSpPr>
        <p:spPr>
          <a:xfrm>
            <a:off x="2358725" y="3809094"/>
            <a:ext cx="221400" cy="19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2" name="Google Shape;1492;p36"/>
          <p:cNvSpPr txBox="1"/>
          <p:nvPr/>
        </p:nvSpPr>
        <p:spPr>
          <a:xfrm>
            <a:off x="2859343" y="3809094"/>
            <a:ext cx="221400" cy="19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3" name="Google Shape;1493;p36"/>
          <p:cNvSpPr txBox="1"/>
          <p:nvPr/>
        </p:nvSpPr>
        <p:spPr>
          <a:xfrm>
            <a:off x="3363996" y="3809094"/>
            <a:ext cx="221400" cy="197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9760" r="-731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4" name="Google Shape;1494;p36"/>
          <p:cNvSpPr txBox="1"/>
          <p:nvPr/>
        </p:nvSpPr>
        <p:spPr>
          <a:xfrm>
            <a:off x="1852623" y="2893057"/>
            <a:ext cx="223200" cy="197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9511" r="-488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5" name="Google Shape;1495;p36"/>
          <p:cNvSpPr txBox="1"/>
          <p:nvPr/>
        </p:nvSpPr>
        <p:spPr>
          <a:xfrm>
            <a:off x="2358725" y="2893057"/>
            <a:ext cx="227400" cy="197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6" name="Google Shape;1496;p36"/>
          <p:cNvSpPr txBox="1"/>
          <p:nvPr/>
        </p:nvSpPr>
        <p:spPr>
          <a:xfrm>
            <a:off x="2859343" y="2893057"/>
            <a:ext cx="227400" cy="197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7" name="Google Shape;1497;p36"/>
          <p:cNvSpPr txBox="1"/>
          <p:nvPr/>
        </p:nvSpPr>
        <p:spPr>
          <a:xfrm>
            <a:off x="3363996" y="2893057"/>
            <a:ext cx="227400" cy="197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8" name="Google Shape;1498;p36"/>
          <p:cNvSpPr/>
          <p:nvPr/>
        </p:nvSpPr>
        <p:spPr>
          <a:xfrm>
            <a:off x="1335481" y="266399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9" name="Google Shape;1499;p36"/>
          <p:cNvCxnSpPr/>
          <p:nvPr/>
        </p:nvCxnSpPr>
        <p:spPr>
          <a:xfrm>
            <a:off x="1573323" y="3004195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00" name="Google Shape;1500;p36"/>
          <p:cNvSpPr txBox="1"/>
          <p:nvPr/>
        </p:nvSpPr>
        <p:spPr>
          <a:xfrm>
            <a:off x="1334857" y="2887992"/>
            <a:ext cx="227400" cy="197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9049" r="-476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501" name="Google Shape;1501;p36"/>
          <p:cNvCxnSpPr/>
          <p:nvPr/>
        </p:nvCxnSpPr>
        <p:spPr>
          <a:xfrm rot="10800000">
            <a:off x="1954050" y="2382813"/>
            <a:ext cx="150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02" name="Google Shape;1502;p36"/>
          <p:cNvCxnSpPr/>
          <p:nvPr/>
        </p:nvCxnSpPr>
        <p:spPr>
          <a:xfrm rot="10800000">
            <a:off x="2458961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03" name="Google Shape;1503;p36"/>
          <p:cNvCxnSpPr/>
          <p:nvPr/>
        </p:nvCxnSpPr>
        <p:spPr>
          <a:xfrm rot="10800000">
            <a:off x="2965606" y="23825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04" name="Google Shape;1504;p36"/>
          <p:cNvCxnSpPr/>
          <p:nvPr/>
        </p:nvCxnSpPr>
        <p:spPr>
          <a:xfrm rot="10800000">
            <a:off x="3472250" y="238281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05" name="Google Shape;1505;p36"/>
          <p:cNvCxnSpPr/>
          <p:nvPr/>
        </p:nvCxnSpPr>
        <p:spPr>
          <a:xfrm rot="10800000">
            <a:off x="3989288" y="4287871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06" name="Google Shape;1506;p36"/>
          <p:cNvCxnSpPr>
            <a:stCxn id="1507" idx="0"/>
            <a:endCxn id="1508" idx="2"/>
          </p:cNvCxnSpPr>
          <p:nvPr/>
        </p:nvCxnSpPr>
        <p:spPr>
          <a:xfrm rot="10800000">
            <a:off x="3987272" y="3339186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07" name="Google Shape;1507;p36"/>
          <p:cNvSpPr/>
          <p:nvPr/>
        </p:nvSpPr>
        <p:spPr>
          <a:xfrm>
            <a:off x="3875222" y="3607386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6"/>
          <p:cNvSpPr/>
          <p:nvPr/>
        </p:nvSpPr>
        <p:spPr>
          <a:xfrm>
            <a:off x="3875222" y="2658932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9" name="Google Shape;1509;p36"/>
          <p:cNvCxnSpPr/>
          <p:nvPr/>
        </p:nvCxnSpPr>
        <p:spPr>
          <a:xfrm>
            <a:off x="3600245" y="3009012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10" name="Google Shape;1510;p36"/>
          <p:cNvSpPr txBox="1"/>
          <p:nvPr/>
        </p:nvSpPr>
        <p:spPr>
          <a:xfrm>
            <a:off x="3879544" y="3804029"/>
            <a:ext cx="221400" cy="197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9760" r="-975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11" name="Google Shape;1511;p36"/>
          <p:cNvSpPr txBox="1"/>
          <p:nvPr/>
        </p:nvSpPr>
        <p:spPr>
          <a:xfrm>
            <a:off x="3879544" y="2887992"/>
            <a:ext cx="227400" cy="197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9050" r="-7140" b="-146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512" name="Google Shape;1512;p36"/>
          <p:cNvCxnSpPr/>
          <p:nvPr/>
        </p:nvCxnSpPr>
        <p:spPr>
          <a:xfrm rot="10800000">
            <a:off x="3987798" y="237774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13" name="Google Shape;1513;p36"/>
          <p:cNvCxnSpPr/>
          <p:nvPr/>
        </p:nvCxnSpPr>
        <p:spPr>
          <a:xfrm rot="10800000">
            <a:off x="4502108" y="4286587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14" name="Google Shape;1514;p36"/>
          <p:cNvCxnSpPr>
            <a:stCxn id="1515" idx="0"/>
            <a:endCxn id="1516" idx="2"/>
          </p:cNvCxnSpPr>
          <p:nvPr/>
        </p:nvCxnSpPr>
        <p:spPr>
          <a:xfrm rot="10800000">
            <a:off x="4500093" y="3337901"/>
            <a:ext cx="0" cy="26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15" name="Google Shape;1515;p36"/>
          <p:cNvSpPr/>
          <p:nvPr/>
        </p:nvSpPr>
        <p:spPr>
          <a:xfrm>
            <a:off x="4388043" y="3606101"/>
            <a:ext cx="224100" cy="680400"/>
          </a:xfrm>
          <a:prstGeom prst="rect">
            <a:avLst/>
          </a:prstGeom>
          <a:noFill/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36"/>
          <p:cNvSpPr/>
          <p:nvPr/>
        </p:nvSpPr>
        <p:spPr>
          <a:xfrm>
            <a:off x="4388043" y="2657647"/>
            <a:ext cx="224100" cy="680400"/>
          </a:xfrm>
          <a:prstGeom prst="rect">
            <a:avLst/>
          </a:prstGeom>
          <a:noFill/>
          <a:ln w="12700" cap="flat" cmpd="sng">
            <a:solidFill>
              <a:srgbClr val="DF8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7" name="Google Shape;1517;p36"/>
          <p:cNvCxnSpPr/>
          <p:nvPr/>
        </p:nvCxnSpPr>
        <p:spPr>
          <a:xfrm>
            <a:off x="4113065" y="3007728"/>
            <a:ext cx="2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18" name="Google Shape;1518;p36"/>
          <p:cNvSpPr txBox="1"/>
          <p:nvPr/>
        </p:nvSpPr>
        <p:spPr>
          <a:xfrm>
            <a:off x="4392365" y="3802744"/>
            <a:ext cx="221400" cy="1974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12500" r="-10000" b="-121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19" name="Google Shape;1519;p36"/>
          <p:cNvSpPr txBox="1"/>
          <p:nvPr/>
        </p:nvSpPr>
        <p:spPr>
          <a:xfrm>
            <a:off x="4392365" y="2886707"/>
            <a:ext cx="227400" cy="1974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19049" r="-4760" b="-1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520" name="Google Shape;1520;p36"/>
          <p:cNvCxnSpPr/>
          <p:nvPr/>
        </p:nvCxnSpPr>
        <p:spPr>
          <a:xfrm rot="10800000">
            <a:off x="4500619" y="2376463"/>
            <a:ext cx="0" cy="27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21" name="Google Shape;1521;p36"/>
          <p:cNvSpPr/>
          <p:nvPr/>
        </p:nvSpPr>
        <p:spPr>
          <a:xfrm>
            <a:off x="3600250" y="2258300"/>
            <a:ext cx="1313700" cy="23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22" name="Google Shape;1522;p36"/>
          <p:cNvCxnSpPr/>
          <p:nvPr/>
        </p:nvCxnSpPr>
        <p:spPr>
          <a:xfrm>
            <a:off x="3590350" y="3008200"/>
            <a:ext cx="64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3" name="Google Shape;1523;p36"/>
          <p:cNvSpPr txBox="1"/>
          <p:nvPr/>
        </p:nvSpPr>
        <p:spPr>
          <a:xfrm>
            <a:off x="133547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24" name="Google Shape;1524;p36"/>
          <p:cNvSpPr txBox="1"/>
          <p:nvPr/>
        </p:nvSpPr>
        <p:spPr>
          <a:xfrm>
            <a:off x="1847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25" name="Google Shape;1525;p36"/>
          <p:cNvSpPr txBox="1"/>
          <p:nvPr/>
        </p:nvSpPr>
        <p:spPr>
          <a:xfrm>
            <a:off x="2353225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26" name="Google Shape;1526;p36"/>
          <p:cNvSpPr txBox="1"/>
          <p:nvPr/>
        </p:nvSpPr>
        <p:spPr>
          <a:xfrm>
            <a:off x="285645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27" name="Google Shape;1527;p36"/>
          <p:cNvSpPr txBox="1"/>
          <p:nvPr/>
        </p:nvSpPr>
        <p:spPr>
          <a:xfrm>
            <a:off x="33680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28" name="Google Shape;1528;p36"/>
          <p:cNvSpPr txBox="1"/>
          <p:nvPr/>
        </p:nvSpPr>
        <p:spPr>
          <a:xfrm>
            <a:off x="1852625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29" name="Google Shape;1529;p36"/>
          <p:cNvSpPr txBox="1"/>
          <p:nvPr/>
        </p:nvSpPr>
        <p:spPr>
          <a:xfrm>
            <a:off x="2355988" y="364927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30" name="Google Shape;1530;p36"/>
          <p:cNvSpPr txBox="1"/>
          <p:nvPr/>
        </p:nvSpPr>
        <p:spPr>
          <a:xfrm>
            <a:off x="2857838" y="36492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31" name="Google Shape;1531;p36"/>
          <p:cNvSpPr txBox="1"/>
          <p:nvPr/>
        </p:nvSpPr>
        <p:spPr>
          <a:xfrm>
            <a:off x="3368700" y="36493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e</a:t>
            </a:r>
            <a:endParaRPr sz="1000" i="1">
              <a:solidFill>
                <a:schemeClr val="dk1"/>
              </a:solidFill>
            </a:endParaRPr>
          </a:p>
        </p:txBody>
      </p:sp>
      <p:pic>
        <p:nvPicPr>
          <p:cNvPr id="1532" name="Google Shape;1532;p3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10925" y="2590875"/>
            <a:ext cx="308850" cy="8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36"/>
          <p:cNvSpPr txBox="1"/>
          <p:nvPr/>
        </p:nvSpPr>
        <p:spPr>
          <a:xfrm>
            <a:off x="43951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34" name="Google Shape;1534;p36"/>
          <p:cNvSpPr txBox="1"/>
          <p:nvPr/>
        </p:nvSpPr>
        <p:spPr>
          <a:xfrm>
            <a:off x="3629100" y="2662975"/>
            <a:ext cx="644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</a:rPr>
              <a:t>copy</a:t>
            </a:r>
            <a:endParaRPr sz="1600" i="1" dirty="0">
              <a:solidFill>
                <a:schemeClr val="dk1"/>
              </a:solidFill>
            </a:endParaRPr>
          </a:p>
        </p:txBody>
      </p:sp>
      <p:pic>
        <p:nvPicPr>
          <p:cNvPr id="1535" name="Google Shape;1535;p3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6" name="Google Shape;1536;p36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7" name="Google Shape;1537;p36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6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36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36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1" name="Google Shape;1541;p3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36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43" name="Google Shape;1543;p36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44" name="Google Shape;1544;p36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45" name="Google Shape;1545;p36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46" name="Google Shape;1546;p36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47" name="Google Shape;1547;p36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548" name="Google Shape;1548;p36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549" name="Google Shape;1549;p36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50" name="Google Shape;1550;p36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51" name="Google Shape;1551;p36"/>
          <p:cNvSpPr/>
          <p:nvPr/>
        </p:nvSpPr>
        <p:spPr>
          <a:xfrm>
            <a:off x="4625525" y="1464525"/>
            <a:ext cx="22845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36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36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36"/>
          <p:cNvSpPr/>
          <p:nvPr/>
        </p:nvSpPr>
        <p:spPr>
          <a:xfrm>
            <a:off x="4973063" y="2844700"/>
            <a:ext cx="171300" cy="28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36"/>
          <p:cNvSpPr/>
          <p:nvPr/>
        </p:nvSpPr>
        <p:spPr>
          <a:xfrm>
            <a:off x="1788525" y="2011063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36"/>
          <p:cNvSpPr/>
          <p:nvPr/>
        </p:nvSpPr>
        <p:spPr>
          <a:xfrm>
            <a:off x="2305500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36"/>
          <p:cNvSpPr/>
          <p:nvPr/>
        </p:nvSpPr>
        <p:spPr>
          <a:xfrm>
            <a:off x="282247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36"/>
          <p:cNvSpPr/>
          <p:nvPr/>
        </p:nvSpPr>
        <p:spPr>
          <a:xfrm>
            <a:off x="3304625" y="2011050"/>
            <a:ext cx="334200" cy="338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9" name="Google Shape;1559;p36"/>
          <p:cNvCxnSpPr>
            <a:stCxn id="1532" idx="0"/>
            <a:endCxn id="1555" idx="5"/>
          </p:cNvCxnSpPr>
          <p:nvPr/>
        </p:nvCxnSpPr>
        <p:spPr>
          <a:xfrm rot="10800000">
            <a:off x="2073750" y="2300175"/>
            <a:ext cx="23916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0" name="Google Shape;1560;p36"/>
          <p:cNvCxnSpPr>
            <a:endCxn id="1556" idx="5"/>
          </p:cNvCxnSpPr>
          <p:nvPr/>
        </p:nvCxnSpPr>
        <p:spPr>
          <a:xfrm rot="10800000">
            <a:off x="2590758" y="2300149"/>
            <a:ext cx="18747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1" name="Google Shape;1561;p36"/>
          <p:cNvCxnSpPr>
            <a:stCxn id="1532" idx="0"/>
            <a:endCxn id="1557" idx="5"/>
          </p:cNvCxnSpPr>
          <p:nvPr/>
        </p:nvCxnSpPr>
        <p:spPr>
          <a:xfrm rot="10800000">
            <a:off x="3107850" y="2300175"/>
            <a:ext cx="13575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2" name="Google Shape;1562;p36"/>
          <p:cNvCxnSpPr>
            <a:stCxn id="1532" idx="0"/>
            <a:endCxn id="1558" idx="5"/>
          </p:cNvCxnSpPr>
          <p:nvPr/>
        </p:nvCxnSpPr>
        <p:spPr>
          <a:xfrm rot="10800000">
            <a:off x="3589950" y="2300175"/>
            <a:ext cx="875400" cy="2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3" name="Google Shape;1563;p36"/>
          <p:cNvSpPr txBox="1"/>
          <p:nvPr/>
        </p:nvSpPr>
        <p:spPr>
          <a:xfrm>
            <a:off x="1738525" y="1950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10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564" name="Google Shape;1564;p36"/>
          <p:cNvSpPr txBox="1"/>
          <p:nvPr/>
        </p:nvSpPr>
        <p:spPr>
          <a:xfrm>
            <a:off x="228050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20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565" name="Google Shape;1565;p36"/>
          <p:cNvSpPr txBox="1"/>
          <p:nvPr/>
        </p:nvSpPr>
        <p:spPr>
          <a:xfrm>
            <a:off x="2792550" y="192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30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566" name="Google Shape;1566;p36"/>
          <p:cNvSpPr txBox="1"/>
          <p:nvPr/>
        </p:nvSpPr>
        <p:spPr>
          <a:xfrm>
            <a:off x="3280050" y="19279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ω</a:t>
            </a:r>
            <a:r>
              <a:rPr lang="en" sz="1500" i="1" baseline="-25000">
                <a:solidFill>
                  <a:schemeClr val="dk2"/>
                </a:solidFill>
              </a:rPr>
              <a:t>40</a:t>
            </a:r>
            <a:endParaRPr sz="1500" i="1" baseline="-25000">
              <a:solidFill>
                <a:schemeClr val="dk2"/>
              </a:solidFill>
            </a:endParaRPr>
          </a:p>
        </p:txBody>
      </p:sp>
      <p:sp>
        <p:nvSpPr>
          <p:cNvPr id="1567" name="Google Shape;1567;p36"/>
          <p:cNvSpPr/>
          <p:nvPr/>
        </p:nvSpPr>
        <p:spPr>
          <a:xfrm rot="5400000">
            <a:off x="2582325" y="-162175"/>
            <a:ext cx="141300" cy="2223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36"/>
          <p:cNvSpPr/>
          <p:nvPr/>
        </p:nvSpPr>
        <p:spPr>
          <a:xfrm>
            <a:off x="2550225" y="146900"/>
            <a:ext cx="205500" cy="66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36"/>
          <p:cNvSpPr txBox="1"/>
          <p:nvPr/>
        </p:nvSpPr>
        <p:spPr>
          <a:xfrm>
            <a:off x="2478275" y="27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a</a:t>
            </a:r>
            <a:r>
              <a:rPr lang="en" sz="1500" i="1" baseline="-25000">
                <a:solidFill>
                  <a:schemeClr val="dk2"/>
                </a:solidFill>
              </a:rPr>
              <a:t>0</a:t>
            </a:r>
            <a:endParaRPr sz="1500" i="1" baseline="-25000">
              <a:solidFill>
                <a:schemeClr val="dk2"/>
              </a:solidFill>
            </a:endParaRPr>
          </a:p>
        </p:txBody>
      </p:sp>
      <p:cxnSp>
        <p:nvCxnSpPr>
          <p:cNvPr id="1570" name="Google Shape;1570;p36"/>
          <p:cNvCxnSpPr/>
          <p:nvPr/>
        </p:nvCxnSpPr>
        <p:spPr>
          <a:xfrm>
            <a:off x="1476975" y="1847125"/>
            <a:ext cx="2352000" cy="1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1" name="Google Shape;1571;p36"/>
          <p:cNvSpPr/>
          <p:nvPr/>
        </p:nvSpPr>
        <p:spPr>
          <a:xfrm>
            <a:off x="1871725" y="1336574"/>
            <a:ext cx="205500" cy="415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36"/>
          <p:cNvSpPr/>
          <p:nvPr/>
        </p:nvSpPr>
        <p:spPr>
          <a:xfrm>
            <a:off x="2359650" y="1062208"/>
            <a:ext cx="205500" cy="68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36"/>
          <p:cNvSpPr/>
          <p:nvPr/>
        </p:nvSpPr>
        <p:spPr>
          <a:xfrm>
            <a:off x="2894100" y="1622415"/>
            <a:ext cx="205500" cy="1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36"/>
          <p:cNvSpPr/>
          <p:nvPr/>
        </p:nvSpPr>
        <p:spPr>
          <a:xfrm>
            <a:off x="3364725" y="1570813"/>
            <a:ext cx="205500" cy="167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36"/>
          <p:cNvSpPr txBox="1"/>
          <p:nvPr/>
        </p:nvSpPr>
        <p:spPr>
          <a:xfrm>
            <a:off x="4965475" y="510025"/>
            <a:ext cx="3400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Функция s может быть обучаемой или не обучаемой.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Если она обучаемая, то ее веса обучаются совместно со всеми параметрами сети. 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576" name="Google Shape;1576;p3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11290" y="1984375"/>
            <a:ext cx="141136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68539A-9412-5E5A-C9F7-A646F312B3AF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792" y="2271300"/>
            <a:ext cx="1821883" cy="23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2" name="Google Shape;1582;p37"/>
          <p:cNvCxnSpPr/>
          <p:nvPr/>
        </p:nvCxnSpPr>
        <p:spPr>
          <a:xfrm rot="10800000" flipH="1">
            <a:off x="4625513" y="2999850"/>
            <a:ext cx="334200" cy="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3" name="Google Shape;1583;p37"/>
          <p:cNvSpPr txBox="1"/>
          <p:nvPr/>
        </p:nvSpPr>
        <p:spPr>
          <a:xfrm>
            <a:off x="4722700" y="4574125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&lt;BOS&gt;   Good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37"/>
          <p:cNvSpPr/>
          <p:nvPr/>
        </p:nvSpPr>
        <p:spPr>
          <a:xfrm>
            <a:off x="6230125" y="2376475"/>
            <a:ext cx="1313700" cy="225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37"/>
          <p:cNvSpPr/>
          <p:nvPr/>
        </p:nvSpPr>
        <p:spPr>
          <a:xfrm>
            <a:off x="5427725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37"/>
          <p:cNvSpPr/>
          <p:nvPr/>
        </p:nvSpPr>
        <p:spPr>
          <a:xfrm>
            <a:off x="5915400" y="2042350"/>
            <a:ext cx="3342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7" name="Google Shape;158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3540" y="1622413"/>
            <a:ext cx="171460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37"/>
          <p:cNvSpPr txBox="1"/>
          <p:nvPr/>
        </p:nvSpPr>
        <p:spPr>
          <a:xfrm>
            <a:off x="5472600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89" name="Google Shape;1589;p37"/>
          <p:cNvSpPr txBox="1"/>
          <p:nvPr/>
        </p:nvSpPr>
        <p:spPr>
          <a:xfrm>
            <a:off x="5986913" y="2702100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90" name="Google Shape;1590;p37"/>
          <p:cNvSpPr txBox="1"/>
          <p:nvPr/>
        </p:nvSpPr>
        <p:spPr>
          <a:xfrm>
            <a:off x="496126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91" name="Google Shape;1591;p37"/>
          <p:cNvSpPr txBox="1"/>
          <p:nvPr/>
        </p:nvSpPr>
        <p:spPr>
          <a:xfrm>
            <a:off x="5467613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92" name="Google Shape;1592;p37"/>
          <p:cNvSpPr txBox="1"/>
          <p:nvPr/>
        </p:nvSpPr>
        <p:spPr>
          <a:xfrm>
            <a:off x="5973975" y="36381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93" name="Google Shape;1593;p37"/>
          <p:cNvSpPr txBox="1"/>
          <p:nvPr/>
        </p:nvSpPr>
        <p:spPr>
          <a:xfrm>
            <a:off x="5415200" y="2025763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1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594" name="Google Shape;1594;p37"/>
          <p:cNvSpPr txBox="1"/>
          <p:nvPr/>
        </p:nvSpPr>
        <p:spPr>
          <a:xfrm>
            <a:off x="5874500" y="2008100"/>
            <a:ext cx="3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fc</a:t>
            </a:r>
            <a:r>
              <a:rPr lang="en" sz="1300" i="1" baseline="-25000">
                <a:solidFill>
                  <a:schemeClr val="dk1"/>
                </a:solidFill>
              </a:rPr>
              <a:t>2</a:t>
            </a:r>
            <a:endParaRPr sz="1300" i="1" baseline="-25000">
              <a:solidFill>
                <a:schemeClr val="dk1"/>
              </a:solidFill>
            </a:endParaRPr>
          </a:p>
        </p:txBody>
      </p:sp>
      <p:sp>
        <p:nvSpPr>
          <p:cNvPr id="1595" name="Google Shape;1595;p37"/>
          <p:cNvSpPr txBox="1"/>
          <p:nvPr/>
        </p:nvSpPr>
        <p:spPr>
          <a:xfrm>
            <a:off x="5533550" y="1988125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96" name="Google Shape;1596;p37"/>
          <p:cNvSpPr txBox="1"/>
          <p:nvPr/>
        </p:nvSpPr>
        <p:spPr>
          <a:xfrm>
            <a:off x="5988125" y="1995713"/>
            <a:ext cx="27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d</a:t>
            </a:r>
            <a:endParaRPr sz="1000" i="1">
              <a:solidFill>
                <a:schemeClr val="dk1"/>
              </a:solidFill>
            </a:endParaRPr>
          </a:p>
        </p:txBody>
      </p:sp>
      <p:sp>
        <p:nvSpPr>
          <p:cNvPr id="1597" name="Google Shape;1597;p37"/>
          <p:cNvSpPr/>
          <p:nvPr/>
        </p:nvSpPr>
        <p:spPr>
          <a:xfrm>
            <a:off x="4625525" y="1464525"/>
            <a:ext cx="2284500" cy="3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37"/>
          <p:cNvSpPr/>
          <p:nvPr/>
        </p:nvSpPr>
        <p:spPr>
          <a:xfrm>
            <a:off x="5203475" y="2893775"/>
            <a:ext cx="217500" cy="1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37"/>
          <p:cNvSpPr/>
          <p:nvPr/>
        </p:nvSpPr>
        <p:spPr>
          <a:xfrm>
            <a:off x="4967050" y="2249725"/>
            <a:ext cx="221400" cy="384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p37"/>
          <p:cNvSpPr/>
          <p:nvPr/>
        </p:nvSpPr>
        <p:spPr>
          <a:xfrm>
            <a:off x="4973063" y="2844700"/>
            <a:ext cx="171300" cy="28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37"/>
          <p:cNvSpPr txBox="1"/>
          <p:nvPr/>
        </p:nvSpPr>
        <p:spPr>
          <a:xfrm>
            <a:off x="339825" y="682825"/>
            <a:ext cx="4041900" cy="41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Варианты функций Attention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9144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Dot product attention: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914400" lvl="0" algn="l" rt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(без обучаемых параметров)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1200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1200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i="1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1200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i="1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Однослойная нейросеть 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914400" lvl="0" algn="l" rt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(с обучаемыми параметрами)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1200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1200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i="1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1200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i="1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Многие другие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602" name="Google Shape;160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250" y="1117710"/>
            <a:ext cx="1364700" cy="41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9775" y="2399749"/>
            <a:ext cx="1559394" cy="4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4" name="Google Shape;1604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8680" y="3638113"/>
            <a:ext cx="2284500" cy="4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B244CB-82FF-B455-F04D-D4DA3ABE750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Эффект применения Attention</a:t>
            </a:r>
            <a:endParaRPr/>
          </a:p>
        </p:txBody>
      </p:sp>
      <p:pic>
        <p:nvPicPr>
          <p:cNvPr id="1610" name="Google Shape;16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3975"/>
            <a:ext cx="8643425" cy="32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38"/>
          <p:cNvSpPr txBox="1"/>
          <p:nvPr/>
        </p:nvSpPr>
        <p:spPr>
          <a:xfrm>
            <a:off x="6422160" y="4474600"/>
            <a:ext cx="213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https://arxiv.org/pdf/1409.0473.pdf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7C8672-9054-1F18-9998-B72F75A9F2C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visualization</a:t>
            </a:r>
            <a:endParaRPr/>
          </a:p>
        </p:txBody>
      </p:sp>
      <p:pic>
        <p:nvPicPr>
          <p:cNvPr id="1617" name="Google Shape;16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319" y="1058700"/>
            <a:ext cx="3828930" cy="3618972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39"/>
          <p:cNvSpPr/>
          <p:nvPr/>
        </p:nvSpPr>
        <p:spPr>
          <a:xfrm>
            <a:off x="432300" y="4293425"/>
            <a:ext cx="580800" cy="50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373E5B-EAE8-5703-1A0E-9AD75AB617EE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visualization</a:t>
            </a:r>
            <a:endParaRPr/>
          </a:p>
        </p:txBody>
      </p:sp>
      <p:pic>
        <p:nvPicPr>
          <p:cNvPr id="1624" name="Google Shape;16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69" y="1120450"/>
            <a:ext cx="3828930" cy="3618972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40"/>
          <p:cNvSpPr/>
          <p:nvPr/>
        </p:nvSpPr>
        <p:spPr>
          <a:xfrm>
            <a:off x="370550" y="4355175"/>
            <a:ext cx="580800" cy="50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6" name="Google Shape;16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575" y="1019450"/>
            <a:ext cx="3693610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10E193-20C5-2381-A2B9-5F95C6905BE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Революция после Attention</a:t>
            </a:r>
            <a:endParaRPr/>
          </a:p>
        </p:txBody>
      </p:sp>
      <p:sp>
        <p:nvSpPr>
          <p:cNvPr id="1632" name="Google Shape;1632;p41"/>
          <p:cNvSpPr txBox="1"/>
          <p:nvPr/>
        </p:nvSpPr>
        <p:spPr>
          <a:xfrm>
            <a:off x="494050" y="1161300"/>
            <a:ext cx="767459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Изобретение Attention было поворотным моментов в задаче машинного перевода и всей области NLP.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 2017 году Google представили новую архитектуру нейросети, которую назвали Transformer. Основой ее был механизм Attention. Transformer сотворили революцию в NLP и потом были успешно адаптированы и к другим доменам.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59D71-B6B4-206A-FEB6-59AA6C829D7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Итоги </a:t>
            </a:r>
            <a:r>
              <a:rPr lang="ru-RU" dirty="0"/>
              <a:t>раздела</a:t>
            </a:r>
            <a:endParaRPr dirty="0"/>
          </a:p>
        </p:txBody>
      </p:sp>
      <p:sp>
        <p:nvSpPr>
          <p:cNvPr id="1638" name="Google Shape;1638;p42"/>
          <p:cNvSpPr txBox="1"/>
          <p:nvPr/>
        </p:nvSpPr>
        <p:spPr>
          <a:xfrm>
            <a:off x="388175" y="1205400"/>
            <a:ext cx="4579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 этом </a:t>
            </a:r>
            <a:r>
              <a:rPr lang="ru-RU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разделе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Идея механизма Attention;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Attention для RNN-модели Seq2Seq;</a:t>
            </a:r>
          </a:p>
          <a:p>
            <a:pPr marL="457200" indent="-330200">
              <a:lnSpc>
                <a:spcPct val="15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Разные варианты </a:t>
            </a:r>
            <a:r>
              <a:rPr lang="en-US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Attention;</a:t>
            </a:r>
          </a:p>
          <a:p>
            <a:pPr marL="457200" lvl="0" indent="-330200">
              <a:lnSpc>
                <a:spcPct val="150000"/>
              </a:lnSpc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Attention может быть интерпретируемым.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13C99C-42D0-12A7-7C42-35C46A0B2A95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ctrTitle"/>
          </p:nvPr>
        </p:nvSpPr>
        <p:spPr>
          <a:xfrm>
            <a:off x="311708" y="5139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Transformer architecture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1"/>
          </p:nvPr>
        </p:nvSpPr>
        <p:spPr>
          <a:xfrm>
            <a:off x="311700" y="265816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" panose="020B0604020202020204" pitchFamily="34" charset="0"/>
                <a:cs typeface="Arial" panose="020B0604020202020204" pitchFamily="34" charset="0"/>
              </a:rPr>
              <a:t>Encoder block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C4541-3EE8-B62B-EFED-5D88558C77F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dk1"/>
                </a:solidFill>
              </a:rPr>
              <a:t>В этом </a:t>
            </a:r>
            <a:r>
              <a:rPr lang="ru-RU" dirty="0">
                <a:solidFill>
                  <a:schemeClr val="dk1"/>
                </a:solidFill>
              </a:rPr>
              <a:t>разделе</a:t>
            </a:r>
            <a:endParaRPr dirty="0"/>
          </a:p>
        </p:txBody>
      </p:sp>
      <p:sp>
        <p:nvSpPr>
          <p:cNvPr id="72" name="Google Shape;72;p17"/>
          <p:cNvSpPr txBox="1"/>
          <p:nvPr/>
        </p:nvSpPr>
        <p:spPr>
          <a:xfrm>
            <a:off x="352875" y="1108350"/>
            <a:ext cx="663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b="1" dirty="0">
                <a:latin typeface="Arial" panose="020B0604020202020204" pitchFamily="34" charset="0"/>
                <a:cs typeface="Arial" panose="020B0604020202020204" pitchFamily="34" charset="0"/>
              </a:rPr>
              <a:t>Идея архитектуры Transformer</a:t>
            </a:r>
          </a:p>
          <a:p>
            <a:pPr marL="457200" indent="-330200">
              <a:lnSpc>
                <a:spcPct val="200000"/>
              </a:lnSpc>
              <a:buSzPts val="1600"/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Устройство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Transformer Encoder</a:t>
            </a:r>
          </a:p>
          <a:p>
            <a:pPr marL="457200" indent="-330200">
              <a:lnSpc>
                <a:spcPct val="200000"/>
              </a:lnSpc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Устройство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Transformer Decoder</a:t>
            </a:r>
          </a:p>
          <a:p>
            <a:pPr marL="457200" indent="-330200">
              <a:lnSpc>
                <a:spcPct val="20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QKV Attention</a:t>
            </a:r>
          </a:p>
          <a:p>
            <a:pPr marL="457200" indent="-330200">
              <a:lnSpc>
                <a:spcPct val="200000"/>
              </a:lnSpc>
              <a:buSzPts val="1600"/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539BC-F0C3-8C89-6304-24C78D435E41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Недостатки RNN </a:t>
            </a:r>
            <a:endParaRPr/>
          </a:p>
        </p:txBody>
      </p:sp>
      <p:sp>
        <p:nvSpPr>
          <p:cNvPr id="84" name="Google Shape;84;p19"/>
          <p:cNvSpPr txBox="1"/>
          <p:nvPr/>
        </p:nvSpPr>
        <p:spPr>
          <a:xfrm>
            <a:off x="352900" y="1064250"/>
            <a:ext cx="799862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на основе RNN очень медленный: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Forward pass работает медленно, так как обрабатывает входящие токены последовательно;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Backward pass работает медленно, так как происходит распространение градиентов сквозь время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RNN возникают проблемы во время обучения: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Затухание/взрыв градиентов;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Плохая утилизация GPU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6C9883-D586-E267-500F-A905D486B6C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Недостатки RNN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0"/>
          <p:cNvSpPr txBox="1"/>
          <p:nvPr/>
        </p:nvSpPr>
        <p:spPr>
          <a:xfrm>
            <a:off x="311700" y="1152600"/>
            <a:ext cx="833446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Нужны ли нам все еще RNN?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Мы использовать RNN для решения задачи машинного перевода, потому что их структура позволяет собирать информацию из входной последовательности и передавать ее декодеру.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Но сейчас у нас есть механизм Attention, который позволяет декодеру в любой момент времени “смотреть” на любую часть исходного предложения.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8FE6B-EACE-12B9-D82D-F064A1BFEB7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Идея Transformer</a:t>
            </a:r>
            <a:endParaRPr/>
          </a:p>
        </p:txBody>
      </p:sp>
      <p:sp>
        <p:nvSpPr>
          <p:cNvPr id="96" name="Google Shape;96;p21"/>
          <p:cNvSpPr txBox="1"/>
          <p:nvPr/>
        </p:nvSpPr>
        <p:spPr>
          <a:xfrm>
            <a:off x="388175" y="1108350"/>
            <a:ext cx="8207186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Transformer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— архитектура, основа которой — механизм Attention.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Transformer нет RNN-слоев.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D6339-9608-6D5D-F1E1-A35FDDB1227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Идея Transformer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2"/>
          <p:cNvSpPr txBox="1"/>
          <p:nvPr/>
        </p:nvSpPr>
        <p:spPr>
          <a:xfrm>
            <a:off x="405824" y="1082000"/>
            <a:ext cx="8616255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Transformer впервые предложили в 2017 году в статье от Google “</a:t>
            </a: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Attention is all you need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”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54" y="1689530"/>
            <a:ext cx="4703401" cy="30701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57F272-3ECB-149E-A673-3C9CCF29331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Идея Transformer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3"/>
          <p:cNvSpPr txBox="1"/>
          <p:nvPr/>
        </p:nvSpPr>
        <p:spPr>
          <a:xfrm>
            <a:off x="404650" y="1094000"/>
            <a:ext cx="770303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Transformer архитектура тоже имеет тип Encoder-Decoder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63" y="1962200"/>
            <a:ext cx="2560926" cy="2865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3"/>
          <p:cNvSpPr/>
          <p:nvPr/>
        </p:nvSpPr>
        <p:spPr>
          <a:xfrm>
            <a:off x="794025" y="4007225"/>
            <a:ext cx="785100" cy="767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3"/>
          <p:cNvSpPr/>
          <p:nvPr/>
        </p:nvSpPr>
        <p:spPr>
          <a:xfrm>
            <a:off x="2322725" y="2033400"/>
            <a:ext cx="785100" cy="767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" name="Google Shape;113;p23"/>
          <p:cNvCxnSpPr/>
          <p:nvPr/>
        </p:nvCxnSpPr>
        <p:spPr>
          <a:xfrm rot="10800000" flipH="1">
            <a:off x="1378725" y="4051400"/>
            <a:ext cx="4500" cy="414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23"/>
          <p:cNvCxnSpPr/>
          <p:nvPr/>
        </p:nvCxnSpPr>
        <p:spPr>
          <a:xfrm rot="10800000" flipH="1">
            <a:off x="2528050" y="2386200"/>
            <a:ext cx="4500" cy="414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23"/>
          <p:cNvCxnSpPr/>
          <p:nvPr/>
        </p:nvCxnSpPr>
        <p:spPr>
          <a:xfrm rot="10800000" flipH="1">
            <a:off x="2901025" y="2386200"/>
            <a:ext cx="4500" cy="414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23"/>
          <p:cNvSpPr txBox="1"/>
          <p:nvPr/>
        </p:nvSpPr>
        <p:spPr>
          <a:xfrm>
            <a:off x="599925" y="4466000"/>
            <a:ext cx="12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доброе утро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2190275" y="1962200"/>
            <a:ext cx="12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good night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DA975F-B363-09DB-89C1-564111DBA68B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4"/>
          <p:cNvSpPr/>
          <p:nvPr/>
        </p:nvSpPr>
        <p:spPr>
          <a:xfrm>
            <a:off x="6078675" y="445025"/>
            <a:ext cx="2322900" cy="4416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5364050" y="1552750"/>
            <a:ext cx="900000" cy="2913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4"/>
          <p:cNvSpPr txBox="1"/>
          <p:nvPr/>
        </p:nvSpPr>
        <p:spPr>
          <a:xfrm>
            <a:off x="405824" y="1166950"/>
            <a:ext cx="852059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обрабатывает токены входящей последовательности 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параллельно</a:t>
            </a:r>
            <a:endParaRPr sz="1600" b="1" i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25" y="1927790"/>
            <a:ext cx="2287650" cy="29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2708500" y="2191840"/>
            <a:ext cx="141300" cy="1376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4"/>
          <p:cNvSpPr txBox="1"/>
          <p:nvPr/>
        </p:nvSpPr>
        <p:spPr>
          <a:xfrm>
            <a:off x="3034925" y="273626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Block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9FD422-0320-8C37-CFBE-DB3EAF1DF545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382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/>
          <p:nvPr/>
        </p:nvSpPr>
        <p:spPr>
          <a:xfrm>
            <a:off x="1347549" y="34214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5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138175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0AF26-FDDE-E897-7B36-70AF57A42341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/>
        </p:nvSpPr>
        <p:spPr>
          <a:xfrm>
            <a:off x="1191030" y="4522932"/>
            <a:ext cx="302130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382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/>
          <p:nvPr/>
        </p:nvSpPr>
        <p:spPr>
          <a:xfrm>
            <a:off x="1347549" y="34214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6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6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62" name="Google Shape;162;p26"/>
          <p:cNvCxnSpPr/>
          <p:nvPr/>
        </p:nvCxnSpPr>
        <p:spPr>
          <a:xfrm rot="10800000">
            <a:off x="2174133" y="3408195"/>
            <a:ext cx="600" cy="32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Google Shape;163;p26"/>
          <p:cNvCxnSpPr/>
          <p:nvPr/>
        </p:nvCxnSpPr>
        <p:spPr>
          <a:xfrm rot="10800000">
            <a:off x="2775606" y="3408388"/>
            <a:ext cx="5700" cy="33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26"/>
          <p:cNvCxnSpPr/>
          <p:nvPr/>
        </p:nvCxnSpPr>
        <p:spPr>
          <a:xfrm rot="10800000">
            <a:off x="3376879" y="3408110"/>
            <a:ext cx="0" cy="30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26"/>
          <p:cNvCxnSpPr/>
          <p:nvPr/>
        </p:nvCxnSpPr>
        <p:spPr>
          <a:xfrm rot="10800000">
            <a:off x="1572434" y="3397047"/>
            <a:ext cx="600" cy="32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" name="Google Shape;166;p26"/>
          <p:cNvSpPr/>
          <p:nvPr/>
        </p:nvSpPr>
        <p:spPr>
          <a:xfrm>
            <a:off x="1347550" y="2812663"/>
            <a:ext cx="2194800" cy="613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1584423" y="2927758"/>
            <a:ext cx="229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Self-attention layer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311700" y="493075"/>
            <a:ext cx="79687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Слой self-attention вычисляет дополнительную информацию для эмбеддинга каждого токена на основе его контекста (т.е. эмбеддингов всех других токенов)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“Sport is good, it helps a lot”</a:t>
            </a:r>
            <a:endParaRPr sz="1600" i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133;p25">
            <a:extLst>
              <a:ext uri="{FF2B5EF4-FFF2-40B4-BE49-F238E27FC236}">
                <a16:creationId xmlns:a16="http://schemas.microsoft.com/office/drawing/2014/main" id="{2AB0C116-439A-61BF-772C-FBDF024FD3FB}"/>
              </a:ext>
            </a:extLst>
          </p:cNvPr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145;p25">
            <a:extLst>
              <a:ext uri="{FF2B5EF4-FFF2-40B4-BE49-F238E27FC236}">
                <a16:creationId xmlns:a16="http://schemas.microsoft.com/office/drawing/2014/main" id="{D153C2AE-911A-D142-0D4B-4309C29B8E95}"/>
              </a:ext>
            </a:extLst>
          </p:cNvPr>
          <p:cNvSpPr txBox="1"/>
          <p:nvPr/>
        </p:nvSpPr>
        <p:spPr>
          <a:xfrm>
            <a:off x="138175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7AC5B-25B7-D286-8394-F35209F588C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138175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7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87" name="Google Shape;187;p27"/>
          <p:cNvCxnSpPr/>
          <p:nvPr/>
        </p:nvCxnSpPr>
        <p:spPr>
          <a:xfrm rot="10800000">
            <a:off x="1583508" y="3403673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" name="Google Shape;188;p27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91;p27"/>
          <p:cNvCxnSpPr/>
          <p:nvPr/>
        </p:nvCxnSpPr>
        <p:spPr>
          <a:xfrm rot="10800000">
            <a:off x="2186083" y="3465216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27"/>
          <p:cNvCxnSpPr/>
          <p:nvPr/>
        </p:nvCxnSpPr>
        <p:spPr>
          <a:xfrm rot="10800000">
            <a:off x="2784075" y="3465100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7"/>
          <p:cNvCxnSpPr/>
          <p:nvPr/>
        </p:nvCxnSpPr>
        <p:spPr>
          <a:xfrm rot="10800000">
            <a:off x="3381335" y="3465148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7"/>
          <p:cNvCxnSpPr/>
          <p:nvPr/>
        </p:nvCxnSpPr>
        <p:spPr>
          <a:xfrm rot="10800000" flipH="1">
            <a:off x="1594813" y="3394878"/>
            <a:ext cx="1064700" cy="39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27"/>
          <p:cNvCxnSpPr/>
          <p:nvPr/>
        </p:nvCxnSpPr>
        <p:spPr>
          <a:xfrm rot="10800000" flipH="1">
            <a:off x="1594823" y="3397832"/>
            <a:ext cx="1635600" cy="4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" name="Google Shape;196;p27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1415791" y="1630500"/>
            <a:ext cx="2213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0.4     0.55     0.1    0.05</a:t>
            </a:r>
            <a:endParaRPr sz="1600" dirty="0">
              <a:solidFill>
                <a:srgbClr val="000000"/>
              </a:solidFill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3" name="Google Shape;203;p27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27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1339091" y="301756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7" name="Google Shape;207;p27"/>
          <p:cNvCxnSpPr>
            <a:endCxn id="188" idx="3"/>
          </p:cNvCxnSpPr>
          <p:nvPr/>
        </p:nvCxnSpPr>
        <p:spPr>
          <a:xfrm rot="10800000" flipH="1">
            <a:off x="1574992" y="3386524"/>
            <a:ext cx="521400" cy="40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" name="Google Shape;208;p27"/>
          <p:cNvSpPr txBox="1"/>
          <p:nvPr/>
        </p:nvSpPr>
        <p:spPr>
          <a:xfrm>
            <a:off x="109400" y="298038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138163" y="2265483"/>
            <a:ext cx="8538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Google Shape;210;p27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82313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107607" y="1615500"/>
            <a:ext cx="13164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Агрегация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4" name="Google Shape;21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650" y="3288191"/>
            <a:ext cx="1245100" cy="369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000" y="163550"/>
            <a:ext cx="1404900" cy="6954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8D091A-A095-A359-62F5-17DEDCCAE620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8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8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8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1415791" y="1630500"/>
            <a:ext cx="22137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0.25    0.45   0.25    0.05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240" name="Google Shape;240;p28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3" name="Google Shape;243;p28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8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1339100" y="301757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109400" y="29803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138163" y="2265483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Google Shape;24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98" y="3288200"/>
            <a:ext cx="1124644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61275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107607" y="1615500"/>
            <a:ext cx="131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Агрегация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4" name="Google Shape;25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000" y="168650"/>
            <a:ext cx="1316400" cy="73283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/>
          <p:nvPr/>
        </p:nvSpPr>
        <p:spPr>
          <a:xfrm>
            <a:off x="1999700" y="10605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8"/>
          <p:cNvSpPr txBox="1"/>
          <p:nvPr/>
        </p:nvSpPr>
        <p:spPr>
          <a:xfrm>
            <a:off x="2076188" y="9610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257" name="Google Shape;257;p28"/>
          <p:cNvCxnSpPr/>
          <p:nvPr/>
        </p:nvCxnSpPr>
        <p:spPr>
          <a:xfrm rot="10800000">
            <a:off x="1572433" y="3403710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28"/>
          <p:cNvCxnSpPr/>
          <p:nvPr/>
        </p:nvCxnSpPr>
        <p:spPr>
          <a:xfrm rot="10800000">
            <a:off x="2175008" y="3465254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28"/>
          <p:cNvCxnSpPr/>
          <p:nvPr/>
        </p:nvCxnSpPr>
        <p:spPr>
          <a:xfrm rot="10800000">
            <a:off x="2773000" y="3465138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28"/>
          <p:cNvCxnSpPr/>
          <p:nvPr/>
        </p:nvCxnSpPr>
        <p:spPr>
          <a:xfrm rot="10800000">
            <a:off x="3370260" y="3465186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Google Shape;261;p28"/>
          <p:cNvCxnSpPr/>
          <p:nvPr/>
        </p:nvCxnSpPr>
        <p:spPr>
          <a:xfrm rot="10800000" flipH="1">
            <a:off x="2158850" y="3394938"/>
            <a:ext cx="489600" cy="43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8"/>
          <p:cNvCxnSpPr/>
          <p:nvPr/>
        </p:nvCxnSpPr>
        <p:spPr>
          <a:xfrm rot="10800000" flipH="1">
            <a:off x="2158850" y="3397938"/>
            <a:ext cx="1060500" cy="4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28"/>
          <p:cNvCxnSpPr>
            <a:endCxn id="245" idx="2"/>
          </p:cNvCxnSpPr>
          <p:nvPr/>
        </p:nvCxnSpPr>
        <p:spPr>
          <a:xfrm rot="10800000">
            <a:off x="1640600" y="3386875"/>
            <a:ext cx="5184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64" name="Google Shape;26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1600" y="47726"/>
            <a:ext cx="1595700" cy="851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650" y="3297650"/>
            <a:ext cx="1245100" cy="369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8FD652-26B2-F80B-34C8-459E8CC0006E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/>
        </p:nvSpPr>
        <p:spPr>
          <a:xfrm>
            <a:off x="138175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1415791" y="1630500"/>
            <a:ext cx="22137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0.4        0.5    0.05    0.05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3" name="Google Shape;293;p29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" name="Google Shape;294;p29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339100" y="301757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09400" y="298038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138163" y="2265483"/>
            <a:ext cx="8538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Google Shape;299;p29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34252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9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107607" y="1615500"/>
            <a:ext cx="13164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Агрегация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1999700" y="10605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2076188" y="9610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305" name="Google Shape;30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7000" y="106088"/>
            <a:ext cx="1486250" cy="7926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650" y="3288200"/>
            <a:ext cx="1245093" cy="369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07" name="Google Shape;307;p29"/>
          <p:cNvCxnSpPr/>
          <p:nvPr/>
        </p:nvCxnSpPr>
        <p:spPr>
          <a:xfrm rot="10800000">
            <a:off x="1623733" y="3403723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9"/>
          <p:cNvCxnSpPr/>
          <p:nvPr/>
        </p:nvCxnSpPr>
        <p:spPr>
          <a:xfrm rot="10800000">
            <a:off x="2226308" y="3465266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9" name="Google Shape;309;p29"/>
          <p:cNvCxnSpPr/>
          <p:nvPr/>
        </p:nvCxnSpPr>
        <p:spPr>
          <a:xfrm rot="10800000">
            <a:off x="2824300" y="3465150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9"/>
          <p:cNvCxnSpPr/>
          <p:nvPr/>
        </p:nvCxnSpPr>
        <p:spPr>
          <a:xfrm rot="10800000">
            <a:off x="3421560" y="3465198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1" name="Google Shape;311;p29"/>
          <p:cNvCxnSpPr/>
          <p:nvPr/>
        </p:nvCxnSpPr>
        <p:spPr>
          <a:xfrm rot="10800000">
            <a:off x="2320963" y="3386850"/>
            <a:ext cx="5040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" name="Google Shape;312;p29"/>
          <p:cNvCxnSpPr/>
          <p:nvPr/>
        </p:nvCxnSpPr>
        <p:spPr>
          <a:xfrm rot="10800000" flipH="1">
            <a:off x="2824963" y="3397950"/>
            <a:ext cx="445800" cy="4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" name="Google Shape;313;p29"/>
          <p:cNvCxnSpPr/>
          <p:nvPr/>
        </p:nvCxnSpPr>
        <p:spPr>
          <a:xfrm rot="10800000">
            <a:off x="1680763" y="3386850"/>
            <a:ext cx="11442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4" name="Google Shape;314;p29"/>
          <p:cNvSpPr/>
          <p:nvPr/>
        </p:nvSpPr>
        <p:spPr>
          <a:xfrm>
            <a:off x="254532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262181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461A8-1B0E-5651-10F6-3F14EAD75C3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/>
          <p:nvPr/>
        </p:nvSpPr>
        <p:spPr>
          <a:xfrm>
            <a:off x="138175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0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1415791" y="1630500"/>
            <a:ext cx="22137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0.2      0.1     0.65    0.05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30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1339100" y="301757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109400" y="298038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138163" y="2265483"/>
            <a:ext cx="8538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" name="Google Shape;349;p30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10556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107607" y="1615500"/>
            <a:ext cx="13164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Агрегация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1999700" y="10605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2076188" y="9610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355" name="Google Shape;35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7000" y="106088"/>
            <a:ext cx="1486250" cy="7926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6" name="Google Shape;35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650" y="3288200"/>
            <a:ext cx="1245093" cy="369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7" name="Google Shape;357;p30"/>
          <p:cNvSpPr/>
          <p:nvPr/>
        </p:nvSpPr>
        <p:spPr>
          <a:xfrm>
            <a:off x="254532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262181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359" name="Google Shape;35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799" y="3288188"/>
            <a:ext cx="1245100" cy="36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6900" y="179916"/>
            <a:ext cx="1245100" cy="6791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30"/>
          <p:cNvCxnSpPr/>
          <p:nvPr/>
        </p:nvCxnSpPr>
        <p:spPr>
          <a:xfrm rot="10800000">
            <a:off x="1614645" y="3403723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Google Shape;362;p30"/>
          <p:cNvCxnSpPr/>
          <p:nvPr/>
        </p:nvCxnSpPr>
        <p:spPr>
          <a:xfrm rot="10800000">
            <a:off x="2217220" y="3465266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30"/>
          <p:cNvCxnSpPr/>
          <p:nvPr/>
        </p:nvCxnSpPr>
        <p:spPr>
          <a:xfrm rot="10800000">
            <a:off x="2815212" y="3465150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30"/>
          <p:cNvCxnSpPr/>
          <p:nvPr/>
        </p:nvCxnSpPr>
        <p:spPr>
          <a:xfrm rot="10800000">
            <a:off x="3412472" y="3465198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" name="Google Shape;365;p30"/>
          <p:cNvCxnSpPr/>
          <p:nvPr/>
        </p:nvCxnSpPr>
        <p:spPr>
          <a:xfrm rot="10800000">
            <a:off x="2311663" y="3386838"/>
            <a:ext cx="11190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30"/>
          <p:cNvCxnSpPr/>
          <p:nvPr/>
        </p:nvCxnSpPr>
        <p:spPr>
          <a:xfrm rot="10800000">
            <a:off x="2914663" y="3386838"/>
            <a:ext cx="5160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30"/>
          <p:cNvCxnSpPr/>
          <p:nvPr/>
        </p:nvCxnSpPr>
        <p:spPr>
          <a:xfrm rot="10800000">
            <a:off x="1671763" y="3386838"/>
            <a:ext cx="17589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8" name="Google Shape;368;p30"/>
          <p:cNvSpPr/>
          <p:nvPr/>
        </p:nvSpPr>
        <p:spPr>
          <a:xfrm>
            <a:off x="3090950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0"/>
          <p:cNvSpPr txBox="1"/>
          <p:nvPr/>
        </p:nvSpPr>
        <p:spPr>
          <a:xfrm>
            <a:off x="3167438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1046F-B4C8-54EB-44C2-1B5BD00907FD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 txBox="1"/>
          <p:nvPr/>
        </p:nvSpPr>
        <p:spPr>
          <a:xfrm>
            <a:off x="1164581" y="45775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575" y="34929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/>
          <p:nvPr/>
        </p:nvSpPr>
        <p:spPr>
          <a:xfrm>
            <a:off x="1321099" y="34760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1"/>
          <p:cNvSpPr/>
          <p:nvPr/>
        </p:nvSpPr>
        <p:spPr>
          <a:xfrm>
            <a:off x="1316525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1"/>
          <p:cNvSpPr/>
          <p:nvPr/>
        </p:nvSpPr>
        <p:spPr>
          <a:xfrm>
            <a:off x="1890002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1"/>
          <p:cNvSpPr/>
          <p:nvPr/>
        </p:nvSpPr>
        <p:spPr>
          <a:xfrm>
            <a:off x="2518802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1"/>
          <p:cNvSpPr/>
          <p:nvPr/>
        </p:nvSpPr>
        <p:spPr>
          <a:xfrm>
            <a:off x="3147602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1316813" y="3801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1917963" y="3801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2532775" y="3801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3147563" y="3801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1321099" y="27528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1316525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>
            <a:off x="1890002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>
            <a:off x="2518802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3147602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1"/>
          <p:cNvSpPr txBox="1"/>
          <p:nvPr/>
        </p:nvSpPr>
        <p:spPr>
          <a:xfrm>
            <a:off x="1317138" y="30773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1917963" y="30782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2" name="Google Shape;392;p31"/>
          <p:cNvSpPr txBox="1"/>
          <p:nvPr/>
        </p:nvSpPr>
        <p:spPr>
          <a:xfrm>
            <a:off x="2532775" y="30782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3" name="Google Shape;393;p31"/>
          <p:cNvSpPr txBox="1"/>
          <p:nvPr/>
        </p:nvSpPr>
        <p:spPr>
          <a:xfrm>
            <a:off x="3147563" y="3078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337650" y="1315400"/>
            <a:ext cx="3590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Self-Attention применяется ко всем эмбеддингам параллельно 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cxnSp>
        <p:nvCxnSpPr>
          <p:cNvPr id="395" name="Google Shape;395;p31"/>
          <p:cNvCxnSpPr>
            <a:stCxn id="390" idx="2"/>
            <a:endCxn id="381" idx="0"/>
          </p:cNvCxnSpPr>
          <p:nvPr/>
        </p:nvCxnSpPr>
        <p:spPr>
          <a:xfrm flipH="1">
            <a:off x="1559538" y="3492800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31"/>
          <p:cNvCxnSpPr>
            <a:stCxn id="390" idx="2"/>
            <a:endCxn id="382" idx="0"/>
          </p:cNvCxnSpPr>
          <p:nvPr/>
        </p:nvCxnSpPr>
        <p:spPr>
          <a:xfrm>
            <a:off x="1559838" y="3492800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31"/>
          <p:cNvCxnSpPr>
            <a:stCxn id="390" idx="2"/>
            <a:endCxn id="383" idx="0"/>
          </p:cNvCxnSpPr>
          <p:nvPr/>
        </p:nvCxnSpPr>
        <p:spPr>
          <a:xfrm>
            <a:off x="1559838" y="3492800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8" name="Google Shape;398;p31"/>
          <p:cNvCxnSpPr>
            <a:stCxn id="390" idx="2"/>
            <a:endCxn id="384" idx="0"/>
          </p:cNvCxnSpPr>
          <p:nvPr/>
        </p:nvCxnSpPr>
        <p:spPr>
          <a:xfrm>
            <a:off x="1559838" y="3492800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31"/>
          <p:cNvCxnSpPr>
            <a:stCxn id="381" idx="0"/>
            <a:endCxn id="391" idx="2"/>
          </p:cNvCxnSpPr>
          <p:nvPr/>
        </p:nvCxnSpPr>
        <p:spPr>
          <a:xfrm rot="10800000" flipH="1">
            <a:off x="1559513" y="3493650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0" name="Google Shape;400;p31"/>
          <p:cNvCxnSpPr>
            <a:stCxn id="381" idx="0"/>
            <a:endCxn id="392" idx="2"/>
          </p:cNvCxnSpPr>
          <p:nvPr/>
        </p:nvCxnSpPr>
        <p:spPr>
          <a:xfrm rot="10800000" flipH="1">
            <a:off x="1559513" y="3493650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31"/>
          <p:cNvCxnSpPr>
            <a:stCxn id="381" idx="0"/>
            <a:endCxn id="393" idx="2"/>
          </p:cNvCxnSpPr>
          <p:nvPr/>
        </p:nvCxnSpPr>
        <p:spPr>
          <a:xfrm rot="10800000" flipH="1">
            <a:off x="1559513" y="3493650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31"/>
          <p:cNvCxnSpPr>
            <a:stCxn id="391" idx="2"/>
            <a:endCxn id="382" idx="0"/>
          </p:cNvCxnSpPr>
          <p:nvPr/>
        </p:nvCxnSpPr>
        <p:spPr>
          <a:xfrm>
            <a:off x="2160663" y="34937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31"/>
          <p:cNvCxnSpPr>
            <a:stCxn id="382" idx="0"/>
            <a:endCxn id="392" idx="2"/>
          </p:cNvCxnSpPr>
          <p:nvPr/>
        </p:nvCxnSpPr>
        <p:spPr>
          <a:xfrm rot="10800000" flipH="1">
            <a:off x="2160663" y="34936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31"/>
          <p:cNvCxnSpPr>
            <a:stCxn id="391" idx="2"/>
            <a:endCxn id="383" idx="0"/>
          </p:cNvCxnSpPr>
          <p:nvPr/>
        </p:nvCxnSpPr>
        <p:spPr>
          <a:xfrm>
            <a:off x="2160663" y="349372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31"/>
          <p:cNvCxnSpPr>
            <a:stCxn id="383" idx="0"/>
            <a:endCxn id="393" idx="2"/>
          </p:cNvCxnSpPr>
          <p:nvPr/>
        </p:nvCxnSpPr>
        <p:spPr>
          <a:xfrm rot="10800000" flipH="1">
            <a:off x="2775475" y="34936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31"/>
          <p:cNvCxnSpPr>
            <a:stCxn id="392" idx="2"/>
            <a:endCxn id="383" idx="0"/>
          </p:cNvCxnSpPr>
          <p:nvPr/>
        </p:nvCxnSpPr>
        <p:spPr>
          <a:xfrm>
            <a:off x="2775475" y="34937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31"/>
          <p:cNvCxnSpPr>
            <a:stCxn id="392" idx="2"/>
            <a:endCxn id="384" idx="0"/>
          </p:cNvCxnSpPr>
          <p:nvPr/>
        </p:nvCxnSpPr>
        <p:spPr>
          <a:xfrm>
            <a:off x="2775475" y="349372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31"/>
          <p:cNvCxnSpPr>
            <a:stCxn id="384" idx="0"/>
            <a:endCxn id="393" idx="2"/>
          </p:cNvCxnSpPr>
          <p:nvPr/>
        </p:nvCxnSpPr>
        <p:spPr>
          <a:xfrm rot="10800000">
            <a:off x="3390263" y="34936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31"/>
          <p:cNvCxnSpPr>
            <a:stCxn id="384" idx="0"/>
            <a:endCxn id="391" idx="2"/>
          </p:cNvCxnSpPr>
          <p:nvPr/>
        </p:nvCxnSpPr>
        <p:spPr>
          <a:xfrm rot="10800000">
            <a:off x="2160563" y="3493638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31"/>
          <p:cNvCxnSpPr>
            <a:stCxn id="382" idx="0"/>
            <a:endCxn id="393" idx="2"/>
          </p:cNvCxnSpPr>
          <p:nvPr/>
        </p:nvCxnSpPr>
        <p:spPr>
          <a:xfrm rot="10800000" flipH="1">
            <a:off x="2160663" y="3493650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1" name="Google Shape;411;p31"/>
          <p:cNvSpPr txBox="1"/>
          <p:nvPr/>
        </p:nvSpPr>
        <p:spPr>
          <a:xfrm>
            <a:off x="138175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13" name="Google Shape;413;p31"/>
          <p:cNvSpPr txBox="1"/>
          <p:nvPr/>
        </p:nvSpPr>
        <p:spPr>
          <a:xfrm>
            <a:off x="109400" y="313298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93CEC-1730-6E16-952B-F11035FFCEB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"/>
          <p:cNvSpPr txBox="1"/>
          <p:nvPr/>
        </p:nvSpPr>
        <p:spPr>
          <a:xfrm>
            <a:off x="1177806" y="4565620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34809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2"/>
          <p:cNvSpPr/>
          <p:nvPr/>
        </p:nvSpPr>
        <p:spPr>
          <a:xfrm>
            <a:off x="1334324" y="34640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1329750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19032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25320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31608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133003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6" name="Google Shape;426;p32"/>
          <p:cNvSpPr txBox="1"/>
          <p:nvPr/>
        </p:nvSpPr>
        <p:spPr>
          <a:xfrm>
            <a:off x="193118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7" name="Google Shape;427;p32"/>
          <p:cNvSpPr txBox="1"/>
          <p:nvPr/>
        </p:nvSpPr>
        <p:spPr>
          <a:xfrm>
            <a:off x="2546000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3160788" y="3789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1334324" y="2740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1329750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19032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25320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2"/>
          <p:cNvSpPr/>
          <p:nvPr/>
        </p:nvSpPr>
        <p:spPr>
          <a:xfrm>
            <a:off x="31608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2"/>
          <p:cNvSpPr txBox="1"/>
          <p:nvPr/>
        </p:nvSpPr>
        <p:spPr>
          <a:xfrm>
            <a:off x="1330363" y="30653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1931188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2546000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37" name="Google Shape;437;p32"/>
          <p:cNvSpPr txBox="1"/>
          <p:nvPr/>
        </p:nvSpPr>
        <p:spPr>
          <a:xfrm>
            <a:off x="3160788" y="3066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438" name="Google Shape;43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20512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2"/>
          <p:cNvSpPr/>
          <p:nvPr/>
        </p:nvSpPr>
        <p:spPr>
          <a:xfrm>
            <a:off x="1334324" y="20343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2"/>
          <p:cNvSpPr/>
          <p:nvPr/>
        </p:nvSpPr>
        <p:spPr>
          <a:xfrm>
            <a:off x="1329750" y="245926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19032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2"/>
          <p:cNvSpPr/>
          <p:nvPr/>
        </p:nvSpPr>
        <p:spPr>
          <a:xfrm>
            <a:off x="25320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31608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2"/>
          <p:cNvSpPr txBox="1"/>
          <p:nvPr/>
        </p:nvSpPr>
        <p:spPr>
          <a:xfrm>
            <a:off x="133003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193118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6" name="Google Shape;446;p32"/>
          <p:cNvSpPr txBox="1"/>
          <p:nvPr/>
        </p:nvSpPr>
        <p:spPr>
          <a:xfrm>
            <a:off x="2546000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3160788" y="2359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1115519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49" name="Google Shape;449;p32"/>
          <p:cNvSpPr/>
          <p:nvPr/>
        </p:nvSpPr>
        <p:spPr>
          <a:xfrm>
            <a:off x="1688994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50" name="Google Shape;450;p32"/>
          <p:cNvSpPr/>
          <p:nvPr/>
        </p:nvSpPr>
        <p:spPr>
          <a:xfrm>
            <a:off x="2307706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51" name="Google Shape;451;p32"/>
          <p:cNvSpPr/>
          <p:nvPr/>
        </p:nvSpPr>
        <p:spPr>
          <a:xfrm>
            <a:off x="2926394" y="2607438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52" name="Google Shape;452;p32"/>
          <p:cNvSpPr txBox="1"/>
          <p:nvPr/>
        </p:nvSpPr>
        <p:spPr>
          <a:xfrm>
            <a:off x="232225" y="2151450"/>
            <a:ext cx="5715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Add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cxnSp>
        <p:nvCxnSpPr>
          <p:cNvPr id="453" name="Google Shape;453;p32"/>
          <p:cNvCxnSpPr/>
          <p:nvPr/>
        </p:nvCxnSpPr>
        <p:spPr>
          <a:xfrm flipH="1">
            <a:off x="1483471" y="3453838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32"/>
          <p:cNvCxnSpPr/>
          <p:nvPr/>
        </p:nvCxnSpPr>
        <p:spPr>
          <a:xfrm>
            <a:off x="1483771" y="3453838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32"/>
          <p:cNvCxnSpPr/>
          <p:nvPr/>
        </p:nvCxnSpPr>
        <p:spPr>
          <a:xfrm>
            <a:off x="1483771" y="3453838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32"/>
          <p:cNvCxnSpPr/>
          <p:nvPr/>
        </p:nvCxnSpPr>
        <p:spPr>
          <a:xfrm>
            <a:off x="1483771" y="3453838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32"/>
          <p:cNvCxnSpPr/>
          <p:nvPr/>
        </p:nvCxnSpPr>
        <p:spPr>
          <a:xfrm rot="10800000" flipH="1">
            <a:off x="1483425" y="3454772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8" name="Google Shape;458;p32"/>
          <p:cNvCxnSpPr/>
          <p:nvPr/>
        </p:nvCxnSpPr>
        <p:spPr>
          <a:xfrm rot="10800000" flipH="1">
            <a:off x="1483425" y="3454772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32"/>
          <p:cNvCxnSpPr/>
          <p:nvPr/>
        </p:nvCxnSpPr>
        <p:spPr>
          <a:xfrm rot="10800000" flipH="1">
            <a:off x="1483425" y="3454772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32"/>
          <p:cNvCxnSpPr/>
          <p:nvPr/>
        </p:nvCxnSpPr>
        <p:spPr>
          <a:xfrm>
            <a:off x="2123516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32"/>
          <p:cNvCxnSpPr/>
          <p:nvPr/>
        </p:nvCxnSpPr>
        <p:spPr>
          <a:xfrm rot="10800000" flipH="1">
            <a:off x="2123516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32"/>
          <p:cNvCxnSpPr/>
          <p:nvPr/>
        </p:nvCxnSpPr>
        <p:spPr>
          <a:xfrm>
            <a:off x="2123516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32"/>
          <p:cNvCxnSpPr/>
          <p:nvPr/>
        </p:nvCxnSpPr>
        <p:spPr>
          <a:xfrm rot="10800000" flipH="1">
            <a:off x="2778155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32"/>
          <p:cNvCxnSpPr/>
          <p:nvPr/>
        </p:nvCxnSpPr>
        <p:spPr>
          <a:xfrm>
            <a:off x="2778155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32"/>
          <p:cNvCxnSpPr/>
          <p:nvPr/>
        </p:nvCxnSpPr>
        <p:spPr>
          <a:xfrm>
            <a:off x="2778155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32"/>
          <p:cNvCxnSpPr/>
          <p:nvPr/>
        </p:nvCxnSpPr>
        <p:spPr>
          <a:xfrm rot="10800000">
            <a:off x="3432768" y="3454755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32"/>
          <p:cNvCxnSpPr/>
          <p:nvPr/>
        </p:nvCxnSpPr>
        <p:spPr>
          <a:xfrm rot="10800000">
            <a:off x="2123568" y="3454755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32"/>
          <p:cNvCxnSpPr/>
          <p:nvPr/>
        </p:nvCxnSpPr>
        <p:spPr>
          <a:xfrm rot="10800000" flipH="1">
            <a:off x="2123516" y="3454772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2"/>
          <p:cNvSpPr txBox="1"/>
          <p:nvPr/>
        </p:nvSpPr>
        <p:spPr>
          <a:xfrm>
            <a:off x="232225" y="251700"/>
            <a:ext cx="4765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Слой self-attention вычисляет дополнительную информацию для эмбеддинга каждого токена на основе его контекста 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“Sport is good, it helps a lot”</a:t>
            </a:r>
            <a:endParaRPr sz="1600" i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470" name="Google Shape;470;p32"/>
          <p:cNvSpPr txBox="1"/>
          <p:nvPr/>
        </p:nvSpPr>
        <p:spPr>
          <a:xfrm>
            <a:off x="138175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71" name="Google Shape;471;p32"/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72" name="Google Shape;472;p32"/>
          <p:cNvSpPr txBox="1"/>
          <p:nvPr/>
        </p:nvSpPr>
        <p:spPr>
          <a:xfrm>
            <a:off x="109400" y="313298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473" name="Google Shape;47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839" y="2459275"/>
            <a:ext cx="945386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32169A-9500-498A-6991-0CE69726E84F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3"/>
          <p:cNvSpPr txBox="1"/>
          <p:nvPr/>
        </p:nvSpPr>
        <p:spPr>
          <a:xfrm>
            <a:off x="350533" y="322250"/>
            <a:ext cx="493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Визуализация весов слоя self-attention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479" name="Google Shape;4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3375" y="1408200"/>
            <a:ext cx="3218275" cy="278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3AA7FD-A16D-FB89-270A-268C1D99598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3375" y="1408200"/>
            <a:ext cx="3218275" cy="278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416962" y="1306286"/>
            <a:ext cx="3306499" cy="282897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/>
          <p:nvPr/>
        </p:nvSpPr>
        <p:spPr>
          <a:xfrm>
            <a:off x="387691" y="3760876"/>
            <a:ext cx="2608200" cy="2526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3573100" y="3765557"/>
            <a:ext cx="2634300" cy="2562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4"/>
          <p:cNvSpPr txBox="1"/>
          <p:nvPr/>
        </p:nvSpPr>
        <p:spPr>
          <a:xfrm>
            <a:off x="350533" y="322250"/>
            <a:ext cx="493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Визуализация весов слоя self-attention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6A8689-DE50-1D0B-9B17-3802BBC29B91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"/>
          <p:cNvSpPr txBox="1"/>
          <p:nvPr/>
        </p:nvSpPr>
        <p:spPr>
          <a:xfrm>
            <a:off x="184775" y="204975"/>
            <a:ext cx="5023500" cy="24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LayerNorm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делает так, что выходы слоя всегда будут иметь одинаковые mean и variance.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Это делает обучение сети более стабильным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1177806" y="4565620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34809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5"/>
          <p:cNvSpPr/>
          <p:nvPr/>
        </p:nvSpPr>
        <p:spPr>
          <a:xfrm>
            <a:off x="1334324" y="34640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1329750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19032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25320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5"/>
          <p:cNvSpPr/>
          <p:nvPr/>
        </p:nvSpPr>
        <p:spPr>
          <a:xfrm>
            <a:off x="31608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5"/>
          <p:cNvSpPr txBox="1"/>
          <p:nvPr/>
        </p:nvSpPr>
        <p:spPr>
          <a:xfrm>
            <a:off x="133003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1" name="Google Shape;501;p35"/>
          <p:cNvSpPr txBox="1"/>
          <p:nvPr/>
        </p:nvSpPr>
        <p:spPr>
          <a:xfrm>
            <a:off x="193118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2" name="Google Shape;502;p35"/>
          <p:cNvSpPr txBox="1"/>
          <p:nvPr/>
        </p:nvSpPr>
        <p:spPr>
          <a:xfrm>
            <a:off x="2546000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3" name="Google Shape;503;p35"/>
          <p:cNvSpPr txBox="1"/>
          <p:nvPr/>
        </p:nvSpPr>
        <p:spPr>
          <a:xfrm>
            <a:off x="3160788" y="3789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1334324" y="2740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5"/>
          <p:cNvSpPr/>
          <p:nvPr/>
        </p:nvSpPr>
        <p:spPr>
          <a:xfrm>
            <a:off x="1329750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19032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5"/>
          <p:cNvSpPr/>
          <p:nvPr/>
        </p:nvSpPr>
        <p:spPr>
          <a:xfrm>
            <a:off x="25320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5"/>
          <p:cNvSpPr/>
          <p:nvPr/>
        </p:nvSpPr>
        <p:spPr>
          <a:xfrm>
            <a:off x="31608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5"/>
          <p:cNvSpPr txBox="1"/>
          <p:nvPr/>
        </p:nvSpPr>
        <p:spPr>
          <a:xfrm>
            <a:off x="1330363" y="30653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10" name="Google Shape;510;p35"/>
          <p:cNvSpPr txBox="1"/>
          <p:nvPr/>
        </p:nvSpPr>
        <p:spPr>
          <a:xfrm>
            <a:off x="1931188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11" name="Google Shape;511;p35"/>
          <p:cNvSpPr txBox="1"/>
          <p:nvPr/>
        </p:nvSpPr>
        <p:spPr>
          <a:xfrm>
            <a:off x="2546000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3160788" y="3066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513" name="Google Shape;5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20512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5"/>
          <p:cNvSpPr/>
          <p:nvPr/>
        </p:nvSpPr>
        <p:spPr>
          <a:xfrm>
            <a:off x="1334324" y="20343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5"/>
          <p:cNvSpPr/>
          <p:nvPr/>
        </p:nvSpPr>
        <p:spPr>
          <a:xfrm>
            <a:off x="1329750" y="245926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5"/>
          <p:cNvSpPr/>
          <p:nvPr/>
        </p:nvSpPr>
        <p:spPr>
          <a:xfrm>
            <a:off x="19032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5"/>
          <p:cNvSpPr/>
          <p:nvPr/>
        </p:nvSpPr>
        <p:spPr>
          <a:xfrm>
            <a:off x="25320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5"/>
          <p:cNvSpPr/>
          <p:nvPr/>
        </p:nvSpPr>
        <p:spPr>
          <a:xfrm>
            <a:off x="31608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5"/>
          <p:cNvSpPr txBox="1"/>
          <p:nvPr/>
        </p:nvSpPr>
        <p:spPr>
          <a:xfrm>
            <a:off x="133003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193118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2546000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3160788" y="2359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1115519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24" name="Google Shape;524;p35"/>
          <p:cNvSpPr/>
          <p:nvPr/>
        </p:nvSpPr>
        <p:spPr>
          <a:xfrm>
            <a:off x="1688994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25" name="Google Shape;525;p35"/>
          <p:cNvSpPr/>
          <p:nvPr/>
        </p:nvSpPr>
        <p:spPr>
          <a:xfrm>
            <a:off x="2307706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26" name="Google Shape;526;p35"/>
          <p:cNvSpPr/>
          <p:nvPr/>
        </p:nvSpPr>
        <p:spPr>
          <a:xfrm>
            <a:off x="2926394" y="2607438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27" name="Google Shape;527;p35"/>
          <p:cNvSpPr txBox="1"/>
          <p:nvPr/>
        </p:nvSpPr>
        <p:spPr>
          <a:xfrm>
            <a:off x="109400" y="2447463"/>
            <a:ext cx="5715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Add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cxnSp>
        <p:nvCxnSpPr>
          <p:cNvPr id="528" name="Google Shape;528;p35"/>
          <p:cNvCxnSpPr/>
          <p:nvPr/>
        </p:nvCxnSpPr>
        <p:spPr>
          <a:xfrm flipH="1">
            <a:off x="1483471" y="3453838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35"/>
          <p:cNvCxnSpPr/>
          <p:nvPr/>
        </p:nvCxnSpPr>
        <p:spPr>
          <a:xfrm>
            <a:off x="1483771" y="3453838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35"/>
          <p:cNvCxnSpPr/>
          <p:nvPr/>
        </p:nvCxnSpPr>
        <p:spPr>
          <a:xfrm>
            <a:off x="1483771" y="3453838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35"/>
          <p:cNvCxnSpPr/>
          <p:nvPr/>
        </p:nvCxnSpPr>
        <p:spPr>
          <a:xfrm>
            <a:off x="1483771" y="3453838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35"/>
          <p:cNvCxnSpPr/>
          <p:nvPr/>
        </p:nvCxnSpPr>
        <p:spPr>
          <a:xfrm rot="10800000" flipH="1">
            <a:off x="1483425" y="3454772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35"/>
          <p:cNvCxnSpPr/>
          <p:nvPr/>
        </p:nvCxnSpPr>
        <p:spPr>
          <a:xfrm rot="10800000" flipH="1">
            <a:off x="1483425" y="3454772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35"/>
          <p:cNvCxnSpPr/>
          <p:nvPr/>
        </p:nvCxnSpPr>
        <p:spPr>
          <a:xfrm rot="10800000" flipH="1">
            <a:off x="1483425" y="3454772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535;p35"/>
          <p:cNvCxnSpPr/>
          <p:nvPr/>
        </p:nvCxnSpPr>
        <p:spPr>
          <a:xfrm>
            <a:off x="2123516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5"/>
          <p:cNvCxnSpPr/>
          <p:nvPr/>
        </p:nvCxnSpPr>
        <p:spPr>
          <a:xfrm rot="10800000" flipH="1">
            <a:off x="2123516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35"/>
          <p:cNvCxnSpPr/>
          <p:nvPr/>
        </p:nvCxnSpPr>
        <p:spPr>
          <a:xfrm>
            <a:off x="2123516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35"/>
          <p:cNvCxnSpPr/>
          <p:nvPr/>
        </p:nvCxnSpPr>
        <p:spPr>
          <a:xfrm rot="10800000" flipH="1">
            <a:off x="2778155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9" name="Google Shape;539;p35"/>
          <p:cNvCxnSpPr/>
          <p:nvPr/>
        </p:nvCxnSpPr>
        <p:spPr>
          <a:xfrm>
            <a:off x="2778155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540;p35"/>
          <p:cNvCxnSpPr/>
          <p:nvPr/>
        </p:nvCxnSpPr>
        <p:spPr>
          <a:xfrm>
            <a:off x="2778155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541;p35"/>
          <p:cNvCxnSpPr/>
          <p:nvPr/>
        </p:nvCxnSpPr>
        <p:spPr>
          <a:xfrm rot="10800000">
            <a:off x="3432768" y="3454755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2" name="Google Shape;542;p35"/>
          <p:cNvCxnSpPr/>
          <p:nvPr/>
        </p:nvCxnSpPr>
        <p:spPr>
          <a:xfrm rot="10800000">
            <a:off x="2123568" y="3454755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35"/>
          <p:cNvCxnSpPr/>
          <p:nvPr/>
        </p:nvCxnSpPr>
        <p:spPr>
          <a:xfrm rot="10800000" flipH="1">
            <a:off x="2123516" y="3454772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4" name="Google Shape;544;p35"/>
          <p:cNvSpPr txBox="1"/>
          <p:nvPr/>
        </p:nvSpPr>
        <p:spPr>
          <a:xfrm>
            <a:off x="109400" y="436428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45" name="Google Shape;545;p35"/>
          <p:cNvSpPr txBox="1"/>
          <p:nvPr/>
        </p:nvSpPr>
        <p:spPr>
          <a:xfrm>
            <a:off x="109400" y="36677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46" name="Google Shape;546;p35"/>
          <p:cNvSpPr txBox="1"/>
          <p:nvPr/>
        </p:nvSpPr>
        <p:spPr>
          <a:xfrm>
            <a:off x="109400" y="313298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547" name="Google Shape;5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13614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5"/>
          <p:cNvSpPr/>
          <p:nvPr/>
        </p:nvSpPr>
        <p:spPr>
          <a:xfrm>
            <a:off x="1334324" y="1344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1329750" y="176948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5"/>
          <p:cNvSpPr/>
          <p:nvPr/>
        </p:nvSpPr>
        <p:spPr>
          <a:xfrm>
            <a:off x="1903227" y="176948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5"/>
          <p:cNvSpPr/>
          <p:nvPr/>
        </p:nvSpPr>
        <p:spPr>
          <a:xfrm>
            <a:off x="2532027" y="176948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5"/>
          <p:cNvSpPr/>
          <p:nvPr/>
        </p:nvSpPr>
        <p:spPr>
          <a:xfrm>
            <a:off x="3160827" y="176948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5"/>
          <p:cNvSpPr txBox="1"/>
          <p:nvPr/>
        </p:nvSpPr>
        <p:spPr>
          <a:xfrm>
            <a:off x="1330038" y="1669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4" name="Google Shape;554;p35"/>
          <p:cNvSpPr txBox="1"/>
          <p:nvPr/>
        </p:nvSpPr>
        <p:spPr>
          <a:xfrm>
            <a:off x="1931188" y="1669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5" name="Google Shape;555;p35"/>
          <p:cNvSpPr txBox="1"/>
          <p:nvPr/>
        </p:nvSpPr>
        <p:spPr>
          <a:xfrm>
            <a:off x="2546000" y="1669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6" name="Google Shape;556;p35"/>
          <p:cNvSpPr txBox="1"/>
          <p:nvPr/>
        </p:nvSpPr>
        <p:spPr>
          <a:xfrm>
            <a:off x="3160788" y="16699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7" name="Google Shape;557;p35"/>
          <p:cNvSpPr txBox="1"/>
          <p:nvPr/>
        </p:nvSpPr>
        <p:spPr>
          <a:xfrm>
            <a:off x="109400" y="1761925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Layer Norm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93A016-26C9-0DE1-553F-8026C353A3A5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6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44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Norm</a:t>
            </a:r>
            <a:endParaRPr/>
          </a:p>
        </p:txBody>
      </p:sp>
      <p:sp>
        <p:nvSpPr>
          <p:cNvPr id="564" name="Google Shape;564;p36"/>
          <p:cNvSpPr txBox="1"/>
          <p:nvPr/>
        </p:nvSpPr>
        <p:spPr>
          <a:xfrm>
            <a:off x="197000" y="2313250"/>
            <a:ext cx="508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Считаем среднее и стандартное отклонение по всем координатам каждого эмбеддинга </a:t>
            </a: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x</a:t>
            </a:r>
            <a:r>
              <a:rPr lang="en" sz="1600" i="1" baseline="300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</a:t>
            </a:r>
            <a:r>
              <a:rPr lang="en" sz="1600" i="1" baseline="-250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i</a:t>
            </a: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565" name="Google Shape;565;p36"/>
          <p:cNvSpPr txBox="1"/>
          <p:nvPr/>
        </p:nvSpPr>
        <p:spPr>
          <a:xfrm>
            <a:off x="197000" y="1466350"/>
            <a:ext cx="2189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Выход слоя размера </a:t>
            </a:r>
            <a:r>
              <a:rPr lang="en" sz="1300" i="1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(seq_len, emb_size)</a:t>
            </a:r>
            <a:endParaRPr sz="1300" i="1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566" name="Google Shape;566;p36"/>
          <p:cNvSpPr/>
          <p:nvPr/>
        </p:nvSpPr>
        <p:spPr>
          <a:xfrm>
            <a:off x="2078199" y="12257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6"/>
          <p:cNvSpPr/>
          <p:nvPr/>
        </p:nvSpPr>
        <p:spPr>
          <a:xfrm>
            <a:off x="2073625" y="1650612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6"/>
          <p:cNvSpPr/>
          <p:nvPr/>
        </p:nvSpPr>
        <p:spPr>
          <a:xfrm>
            <a:off x="26471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6"/>
          <p:cNvSpPr/>
          <p:nvPr/>
        </p:nvSpPr>
        <p:spPr>
          <a:xfrm>
            <a:off x="32759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6"/>
          <p:cNvSpPr/>
          <p:nvPr/>
        </p:nvSpPr>
        <p:spPr>
          <a:xfrm>
            <a:off x="39047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6"/>
          <p:cNvSpPr txBox="1"/>
          <p:nvPr/>
        </p:nvSpPr>
        <p:spPr>
          <a:xfrm>
            <a:off x="207391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2" name="Google Shape;572;p36"/>
          <p:cNvSpPr txBox="1"/>
          <p:nvPr/>
        </p:nvSpPr>
        <p:spPr>
          <a:xfrm>
            <a:off x="267506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3" name="Google Shape;573;p36"/>
          <p:cNvSpPr txBox="1"/>
          <p:nvPr/>
        </p:nvSpPr>
        <p:spPr>
          <a:xfrm>
            <a:off x="3289875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4" name="Google Shape;574;p36"/>
          <p:cNvSpPr txBox="1"/>
          <p:nvPr/>
        </p:nvSpPr>
        <p:spPr>
          <a:xfrm>
            <a:off x="3904663" y="1551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5" name="Google Shape;575;p36"/>
          <p:cNvSpPr/>
          <p:nvPr/>
        </p:nvSpPr>
        <p:spPr>
          <a:xfrm rot="5400000">
            <a:off x="3183175" y="231200"/>
            <a:ext cx="141300" cy="23469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4520125" y="1577125"/>
            <a:ext cx="141300" cy="41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6"/>
          <p:cNvSpPr txBox="1"/>
          <p:nvPr/>
        </p:nvSpPr>
        <p:spPr>
          <a:xfrm>
            <a:off x="2771775" y="902900"/>
            <a:ext cx="100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seq_len</a:t>
            </a:r>
            <a:endParaRPr sz="12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578" name="Google Shape;578;p36"/>
          <p:cNvSpPr txBox="1"/>
          <p:nvPr/>
        </p:nvSpPr>
        <p:spPr>
          <a:xfrm>
            <a:off x="4600450" y="1543300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emb_size</a:t>
            </a:r>
            <a:endParaRPr sz="12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579" name="Google Shape;5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384493"/>
            <a:ext cx="2189399" cy="703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8412" y="3275237"/>
            <a:ext cx="3144725" cy="9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711" y="4400700"/>
            <a:ext cx="146389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473482-522D-140A-C35A-C2046061F698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44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Norm</a:t>
            </a:r>
            <a:endParaRPr/>
          </a:p>
        </p:txBody>
      </p:sp>
      <p:sp>
        <p:nvSpPr>
          <p:cNvPr id="587" name="Google Shape;587;p37"/>
          <p:cNvSpPr txBox="1"/>
          <p:nvPr/>
        </p:nvSpPr>
        <p:spPr>
          <a:xfrm>
            <a:off x="197000" y="2313250"/>
            <a:ext cx="508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После этого обновляем элементы каждого эмбеддинга </a:t>
            </a: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x</a:t>
            </a:r>
            <a:r>
              <a:rPr lang="en" sz="1600" i="1" baseline="300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</a:t>
            </a:r>
            <a:r>
              <a:rPr lang="en" sz="1600" i="1" baseline="-250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i</a:t>
            </a: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следующим образом: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588" name="Google Shape;588;p37"/>
          <p:cNvSpPr txBox="1"/>
          <p:nvPr/>
        </p:nvSpPr>
        <p:spPr>
          <a:xfrm>
            <a:off x="197000" y="1466350"/>
            <a:ext cx="2189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Выход слоя размера </a:t>
            </a:r>
            <a:r>
              <a:rPr lang="en" sz="1300" i="1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(seq_len, emb_size)</a:t>
            </a:r>
            <a:endParaRPr sz="1300" i="1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2078199" y="12257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7"/>
          <p:cNvSpPr/>
          <p:nvPr/>
        </p:nvSpPr>
        <p:spPr>
          <a:xfrm>
            <a:off x="2073625" y="1650612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7"/>
          <p:cNvSpPr/>
          <p:nvPr/>
        </p:nvSpPr>
        <p:spPr>
          <a:xfrm>
            <a:off x="26471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7"/>
          <p:cNvSpPr/>
          <p:nvPr/>
        </p:nvSpPr>
        <p:spPr>
          <a:xfrm>
            <a:off x="32759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7"/>
          <p:cNvSpPr/>
          <p:nvPr/>
        </p:nvSpPr>
        <p:spPr>
          <a:xfrm>
            <a:off x="39047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7"/>
          <p:cNvSpPr txBox="1"/>
          <p:nvPr/>
        </p:nvSpPr>
        <p:spPr>
          <a:xfrm>
            <a:off x="207391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5" name="Google Shape;595;p37"/>
          <p:cNvSpPr txBox="1"/>
          <p:nvPr/>
        </p:nvSpPr>
        <p:spPr>
          <a:xfrm>
            <a:off x="267506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6" name="Google Shape;596;p37"/>
          <p:cNvSpPr txBox="1"/>
          <p:nvPr/>
        </p:nvSpPr>
        <p:spPr>
          <a:xfrm>
            <a:off x="3289875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7" name="Google Shape;597;p37"/>
          <p:cNvSpPr txBox="1"/>
          <p:nvPr/>
        </p:nvSpPr>
        <p:spPr>
          <a:xfrm>
            <a:off x="3904663" y="1551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8" name="Google Shape;598;p37"/>
          <p:cNvSpPr/>
          <p:nvPr/>
        </p:nvSpPr>
        <p:spPr>
          <a:xfrm rot="5400000">
            <a:off x="3183175" y="231200"/>
            <a:ext cx="141300" cy="23469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7"/>
          <p:cNvSpPr/>
          <p:nvPr/>
        </p:nvSpPr>
        <p:spPr>
          <a:xfrm>
            <a:off x="4520125" y="1577125"/>
            <a:ext cx="141300" cy="41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7"/>
          <p:cNvSpPr txBox="1"/>
          <p:nvPr/>
        </p:nvSpPr>
        <p:spPr>
          <a:xfrm>
            <a:off x="2771775" y="902900"/>
            <a:ext cx="100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seq_len</a:t>
            </a:r>
            <a:endParaRPr sz="12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601" name="Google Shape;601;p37"/>
          <p:cNvSpPr txBox="1"/>
          <p:nvPr/>
        </p:nvSpPr>
        <p:spPr>
          <a:xfrm>
            <a:off x="4600450" y="1543300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emb_size</a:t>
            </a:r>
            <a:endParaRPr sz="12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602" name="Google Shape;6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450" y="3076575"/>
            <a:ext cx="2146500" cy="7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036" y="3828300"/>
            <a:ext cx="146389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7"/>
          <p:cNvSpPr txBox="1"/>
          <p:nvPr/>
        </p:nvSpPr>
        <p:spPr>
          <a:xfrm>
            <a:off x="305725" y="4448600"/>
            <a:ext cx="40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Здесь 𝛄 и β — обучаемые параметры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F2E50-544E-CE72-8831-45285B95DE81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Norm</a:t>
            </a:r>
            <a:endParaRPr/>
          </a:p>
        </p:txBody>
      </p:sp>
      <p:pic>
        <p:nvPicPr>
          <p:cNvPr id="610" name="Google Shape;6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63" y="1904499"/>
            <a:ext cx="4155376" cy="3180877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8"/>
          <p:cNvSpPr txBox="1"/>
          <p:nvPr/>
        </p:nvSpPr>
        <p:spPr>
          <a:xfrm>
            <a:off x="326450" y="1191025"/>
            <a:ext cx="4084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LayerNorm можно лучше понять, если сравнить его с BatchNorm: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A0C69F-7971-8A09-5E18-92012E5EEC2A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9"/>
          <p:cNvSpPr txBox="1"/>
          <p:nvPr/>
        </p:nvSpPr>
        <p:spPr>
          <a:xfrm>
            <a:off x="125278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9"/>
          <p:cNvSpPr/>
          <p:nvPr/>
        </p:nvSpPr>
        <p:spPr>
          <a:xfrm>
            <a:off x="140929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140472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9"/>
          <p:cNvSpPr/>
          <p:nvPr/>
        </p:nvSpPr>
        <p:spPr>
          <a:xfrm>
            <a:off x="19782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9"/>
          <p:cNvSpPr/>
          <p:nvPr/>
        </p:nvSpPr>
        <p:spPr>
          <a:xfrm>
            <a:off x="26070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9"/>
          <p:cNvSpPr/>
          <p:nvPr/>
        </p:nvSpPr>
        <p:spPr>
          <a:xfrm>
            <a:off x="32358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9"/>
          <p:cNvSpPr txBox="1"/>
          <p:nvPr/>
        </p:nvSpPr>
        <p:spPr>
          <a:xfrm>
            <a:off x="14050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4" name="Google Shape;624;p39"/>
          <p:cNvSpPr txBox="1"/>
          <p:nvPr/>
        </p:nvSpPr>
        <p:spPr>
          <a:xfrm>
            <a:off x="20061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5" name="Google Shape;625;p39"/>
          <p:cNvSpPr txBox="1"/>
          <p:nvPr/>
        </p:nvSpPr>
        <p:spPr>
          <a:xfrm>
            <a:off x="262097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6" name="Google Shape;626;p39"/>
          <p:cNvSpPr txBox="1"/>
          <p:nvPr/>
        </p:nvSpPr>
        <p:spPr>
          <a:xfrm>
            <a:off x="323576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140929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9"/>
          <p:cNvSpPr/>
          <p:nvPr/>
        </p:nvSpPr>
        <p:spPr>
          <a:xfrm>
            <a:off x="140472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9"/>
          <p:cNvSpPr/>
          <p:nvPr/>
        </p:nvSpPr>
        <p:spPr>
          <a:xfrm>
            <a:off x="19782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9"/>
          <p:cNvSpPr/>
          <p:nvPr/>
        </p:nvSpPr>
        <p:spPr>
          <a:xfrm>
            <a:off x="26070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9"/>
          <p:cNvSpPr/>
          <p:nvPr/>
        </p:nvSpPr>
        <p:spPr>
          <a:xfrm>
            <a:off x="32358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9"/>
          <p:cNvSpPr txBox="1"/>
          <p:nvPr/>
        </p:nvSpPr>
        <p:spPr>
          <a:xfrm>
            <a:off x="140533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33" name="Google Shape;633;p39"/>
          <p:cNvSpPr txBox="1"/>
          <p:nvPr/>
        </p:nvSpPr>
        <p:spPr>
          <a:xfrm>
            <a:off x="200616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34" name="Google Shape;634;p39"/>
          <p:cNvSpPr txBox="1"/>
          <p:nvPr/>
        </p:nvSpPr>
        <p:spPr>
          <a:xfrm>
            <a:off x="262097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35" name="Google Shape;635;p39"/>
          <p:cNvSpPr txBox="1"/>
          <p:nvPr/>
        </p:nvSpPr>
        <p:spPr>
          <a:xfrm>
            <a:off x="323576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636" name="Google Shape;6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9"/>
          <p:cNvSpPr/>
          <p:nvPr/>
        </p:nvSpPr>
        <p:spPr>
          <a:xfrm>
            <a:off x="140929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39"/>
          <p:cNvSpPr/>
          <p:nvPr/>
        </p:nvSpPr>
        <p:spPr>
          <a:xfrm>
            <a:off x="140472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9"/>
          <p:cNvSpPr/>
          <p:nvPr/>
        </p:nvSpPr>
        <p:spPr>
          <a:xfrm>
            <a:off x="19782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9"/>
          <p:cNvSpPr/>
          <p:nvPr/>
        </p:nvSpPr>
        <p:spPr>
          <a:xfrm>
            <a:off x="26070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9"/>
          <p:cNvSpPr/>
          <p:nvPr/>
        </p:nvSpPr>
        <p:spPr>
          <a:xfrm>
            <a:off x="32358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39"/>
          <p:cNvSpPr txBox="1"/>
          <p:nvPr/>
        </p:nvSpPr>
        <p:spPr>
          <a:xfrm>
            <a:off x="14050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3" name="Google Shape;643;p39"/>
          <p:cNvSpPr txBox="1"/>
          <p:nvPr/>
        </p:nvSpPr>
        <p:spPr>
          <a:xfrm>
            <a:off x="20061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4" name="Google Shape;644;p39"/>
          <p:cNvSpPr txBox="1"/>
          <p:nvPr/>
        </p:nvSpPr>
        <p:spPr>
          <a:xfrm>
            <a:off x="262097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5" name="Google Shape;645;p39"/>
          <p:cNvSpPr txBox="1"/>
          <p:nvPr/>
        </p:nvSpPr>
        <p:spPr>
          <a:xfrm>
            <a:off x="323576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6" name="Google Shape;646;p39"/>
          <p:cNvSpPr/>
          <p:nvPr/>
        </p:nvSpPr>
        <p:spPr>
          <a:xfrm>
            <a:off x="119049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47" name="Google Shape;647;p39"/>
          <p:cNvSpPr/>
          <p:nvPr/>
        </p:nvSpPr>
        <p:spPr>
          <a:xfrm>
            <a:off x="176396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48" name="Google Shape;648;p39"/>
          <p:cNvSpPr/>
          <p:nvPr/>
        </p:nvSpPr>
        <p:spPr>
          <a:xfrm>
            <a:off x="238268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49" name="Google Shape;649;p39"/>
          <p:cNvSpPr/>
          <p:nvPr/>
        </p:nvSpPr>
        <p:spPr>
          <a:xfrm>
            <a:off x="300136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50" name="Google Shape;650;p39"/>
          <p:cNvSpPr txBox="1"/>
          <p:nvPr/>
        </p:nvSpPr>
        <p:spPr>
          <a:xfrm>
            <a:off x="169625" y="2494275"/>
            <a:ext cx="12714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Add &amp; Norm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51" name="Google Shape;651;p39"/>
          <p:cNvSpPr/>
          <p:nvPr/>
        </p:nvSpPr>
        <p:spPr>
          <a:xfrm>
            <a:off x="125049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9"/>
          <p:cNvCxnSpPr/>
          <p:nvPr/>
        </p:nvCxnSpPr>
        <p:spPr>
          <a:xfrm flipH="1">
            <a:off x="155844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3" name="Google Shape;653;p39"/>
          <p:cNvCxnSpPr/>
          <p:nvPr/>
        </p:nvCxnSpPr>
        <p:spPr>
          <a:xfrm>
            <a:off x="155874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39"/>
          <p:cNvCxnSpPr/>
          <p:nvPr/>
        </p:nvCxnSpPr>
        <p:spPr>
          <a:xfrm>
            <a:off x="155874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39"/>
          <p:cNvCxnSpPr/>
          <p:nvPr/>
        </p:nvCxnSpPr>
        <p:spPr>
          <a:xfrm>
            <a:off x="155874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6" name="Google Shape;656;p39"/>
          <p:cNvCxnSpPr/>
          <p:nvPr/>
        </p:nvCxnSpPr>
        <p:spPr>
          <a:xfrm rot="10800000" flipH="1">
            <a:off x="155840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39"/>
          <p:cNvCxnSpPr/>
          <p:nvPr/>
        </p:nvCxnSpPr>
        <p:spPr>
          <a:xfrm rot="10800000" flipH="1">
            <a:off x="155840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39"/>
          <p:cNvCxnSpPr/>
          <p:nvPr/>
        </p:nvCxnSpPr>
        <p:spPr>
          <a:xfrm rot="10800000" flipH="1">
            <a:off x="155840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39"/>
          <p:cNvCxnSpPr/>
          <p:nvPr/>
        </p:nvCxnSpPr>
        <p:spPr>
          <a:xfrm>
            <a:off x="219849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0" name="Google Shape;660;p39"/>
          <p:cNvCxnSpPr/>
          <p:nvPr/>
        </p:nvCxnSpPr>
        <p:spPr>
          <a:xfrm rot="10800000" flipH="1">
            <a:off x="219849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1" name="Google Shape;661;p39"/>
          <p:cNvCxnSpPr/>
          <p:nvPr/>
        </p:nvCxnSpPr>
        <p:spPr>
          <a:xfrm>
            <a:off x="219849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2" name="Google Shape;662;p39"/>
          <p:cNvCxnSpPr/>
          <p:nvPr/>
        </p:nvCxnSpPr>
        <p:spPr>
          <a:xfrm rot="10800000" flipH="1">
            <a:off x="285313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3" name="Google Shape;663;p39"/>
          <p:cNvCxnSpPr/>
          <p:nvPr/>
        </p:nvCxnSpPr>
        <p:spPr>
          <a:xfrm>
            <a:off x="285313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4" name="Google Shape;664;p39"/>
          <p:cNvCxnSpPr/>
          <p:nvPr/>
        </p:nvCxnSpPr>
        <p:spPr>
          <a:xfrm>
            <a:off x="285313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5" name="Google Shape;665;p39"/>
          <p:cNvCxnSpPr/>
          <p:nvPr/>
        </p:nvCxnSpPr>
        <p:spPr>
          <a:xfrm rot="10800000">
            <a:off x="350774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6" name="Google Shape;666;p39"/>
          <p:cNvCxnSpPr/>
          <p:nvPr/>
        </p:nvCxnSpPr>
        <p:spPr>
          <a:xfrm rot="10800000">
            <a:off x="219854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7" name="Google Shape;667;p39"/>
          <p:cNvCxnSpPr/>
          <p:nvPr/>
        </p:nvCxnSpPr>
        <p:spPr>
          <a:xfrm rot="10800000" flipH="1">
            <a:off x="219849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8" name="Google Shape;668;p39"/>
          <p:cNvSpPr txBox="1"/>
          <p:nvPr/>
        </p:nvSpPr>
        <p:spPr>
          <a:xfrm>
            <a:off x="182625" y="439933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69" name="Google Shape;669;p39"/>
          <p:cNvSpPr txBox="1"/>
          <p:nvPr/>
        </p:nvSpPr>
        <p:spPr>
          <a:xfrm>
            <a:off x="153850" y="370284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153850" y="316803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671" name="Google Shape;67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1416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9"/>
          <p:cNvSpPr/>
          <p:nvPr/>
        </p:nvSpPr>
        <p:spPr>
          <a:xfrm>
            <a:off x="1409299" y="1399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9"/>
          <p:cNvSpPr/>
          <p:nvPr/>
        </p:nvSpPr>
        <p:spPr>
          <a:xfrm>
            <a:off x="1404725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9"/>
          <p:cNvSpPr/>
          <p:nvPr/>
        </p:nvSpPr>
        <p:spPr>
          <a:xfrm>
            <a:off x="19782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9"/>
          <p:cNvSpPr/>
          <p:nvPr/>
        </p:nvSpPr>
        <p:spPr>
          <a:xfrm>
            <a:off x="26070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9"/>
          <p:cNvSpPr/>
          <p:nvPr/>
        </p:nvSpPr>
        <p:spPr>
          <a:xfrm>
            <a:off x="32358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0501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200616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2620975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80" name="Google Shape;680;p39"/>
          <p:cNvSpPr txBox="1"/>
          <p:nvPr/>
        </p:nvSpPr>
        <p:spPr>
          <a:xfrm>
            <a:off x="3235763" y="17246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81" name="Google Shape;681;p39"/>
          <p:cNvSpPr txBox="1"/>
          <p:nvPr/>
        </p:nvSpPr>
        <p:spPr>
          <a:xfrm>
            <a:off x="182625" y="1768275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FC layer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682" name="Google Shape;68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324" y="2076075"/>
            <a:ext cx="1127926" cy="38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2D3739-751B-5526-1FFA-C3C29221FB1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0"/>
          <p:cNvSpPr txBox="1"/>
          <p:nvPr/>
        </p:nvSpPr>
        <p:spPr>
          <a:xfrm>
            <a:off x="1252781" y="4620295"/>
            <a:ext cx="284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0"/>
          <p:cNvSpPr/>
          <p:nvPr/>
        </p:nvSpPr>
        <p:spPr>
          <a:xfrm>
            <a:off x="140929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0"/>
          <p:cNvSpPr/>
          <p:nvPr/>
        </p:nvSpPr>
        <p:spPr>
          <a:xfrm>
            <a:off x="140472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0"/>
          <p:cNvSpPr/>
          <p:nvPr/>
        </p:nvSpPr>
        <p:spPr>
          <a:xfrm>
            <a:off x="19782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0"/>
          <p:cNvSpPr/>
          <p:nvPr/>
        </p:nvSpPr>
        <p:spPr>
          <a:xfrm>
            <a:off x="26070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0"/>
          <p:cNvSpPr/>
          <p:nvPr/>
        </p:nvSpPr>
        <p:spPr>
          <a:xfrm>
            <a:off x="32358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0"/>
          <p:cNvSpPr txBox="1"/>
          <p:nvPr/>
        </p:nvSpPr>
        <p:spPr>
          <a:xfrm>
            <a:off x="14050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5" name="Google Shape;695;p40"/>
          <p:cNvSpPr txBox="1"/>
          <p:nvPr/>
        </p:nvSpPr>
        <p:spPr>
          <a:xfrm>
            <a:off x="20061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6" name="Google Shape;696;p40"/>
          <p:cNvSpPr txBox="1"/>
          <p:nvPr/>
        </p:nvSpPr>
        <p:spPr>
          <a:xfrm>
            <a:off x="262097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7" name="Google Shape;697;p40"/>
          <p:cNvSpPr txBox="1"/>
          <p:nvPr/>
        </p:nvSpPr>
        <p:spPr>
          <a:xfrm>
            <a:off x="323576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140929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0"/>
          <p:cNvSpPr/>
          <p:nvPr/>
        </p:nvSpPr>
        <p:spPr>
          <a:xfrm>
            <a:off x="140472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0"/>
          <p:cNvSpPr/>
          <p:nvPr/>
        </p:nvSpPr>
        <p:spPr>
          <a:xfrm>
            <a:off x="19782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0"/>
          <p:cNvSpPr/>
          <p:nvPr/>
        </p:nvSpPr>
        <p:spPr>
          <a:xfrm>
            <a:off x="26070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0"/>
          <p:cNvSpPr/>
          <p:nvPr/>
        </p:nvSpPr>
        <p:spPr>
          <a:xfrm>
            <a:off x="32358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0"/>
          <p:cNvSpPr txBox="1"/>
          <p:nvPr/>
        </p:nvSpPr>
        <p:spPr>
          <a:xfrm>
            <a:off x="140533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04" name="Google Shape;704;p40"/>
          <p:cNvSpPr txBox="1"/>
          <p:nvPr/>
        </p:nvSpPr>
        <p:spPr>
          <a:xfrm>
            <a:off x="200616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262097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06" name="Google Shape;706;p40"/>
          <p:cNvSpPr txBox="1"/>
          <p:nvPr/>
        </p:nvSpPr>
        <p:spPr>
          <a:xfrm>
            <a:off x="323576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707" name="Google Shape;7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0"/>
          <p:cNvSpPr/>
          <p:nvPr/>
        </p:nvSpPr>
        <p:spPr>
          <a:xfrm>
            <a:off x="140929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0"/>
          <p:cNvSpPr/>
          <p:nvPr/>
        </p:nvSpPr>
        <p:spPr>
          <a:xfrm>
            <a:off x="140472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0"/>
          <p:cNvSpPr/>
          <p:nvPr/>
        </p:nvSpPr>
        <p:spPr>
          <a:xfrm>
            <a:off x="19782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0"/>
          <p:cNvSpPr/>
          <p:nvPr/>
        </p:nvSpPr>
        <p:spPr>
          <a:xfrm>
            <a:off x="26070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0"/>
          <p:cNvSpPr/>
          <p:nvPr/>
        </p:nvSpPr>
        <p:spPr>
          <a:xfrm>
            <a:off x="32358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0"/>
          <p:cNvSpPr txBox="1"/>
          <p:nvPr/>
        </p:nvSpPr>
        <p:spPr>
          <a:xfrm>
            <a:off x="14050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20061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5" name="Google Shape;715;p40"/>
          <p:cNvSpPr txBox="1"/>
          <p:nvPr/>
        </p:nvSpPr>
        <p:spPr>
          <a:xfrm>
            <a:off x="262097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6" name="Google Shape;716;p40"/>
          <p:cNvSpPr txBox="1"/>
          <p:nvPr/>
        </p:nvSpPr>
        <p:spPr>
          <a:xfrm>
            <a:off x="323576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7" name="Google Shape;717;p40"/>
          <p:cNvSpPr/>
          <p:nvPr/>
        </p:nvSpPr>
        <p:spPr>
          <a:xfrm>
            <a:off x="119049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18" name="Google Shape;718;p40"/>
          <p:cNvSpPr/>
          <p:nvPr/>
        </p:nvSpPr>
        <p:spPr>
          <a:xfrm>
            <a:off x="176396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19" name="Google Shape;719;p40"/>
          <p:cNvSpPr/>
          <p:nvPr/>
        </p:nvSpPr>
        <p:spPr>
          <a:xfrm>
            <a:off x="238268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20" name="Google Shape;720;p40"/>
          <p:cNvSpPr/>
          <p:nvPr/>
        </p:nvSpPr>
        <p:spPr>
          <a:xfrm>
            <a:off x="300136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21" name="Google Shape;721;p40"/>
          <p:cNvSpPr txBox="1"/>
          <p:nvPr/>
        </p:nvSpPr>
        <p:spPr>
          <a:xfrm>
            <a:off x="169625" y="2494275"/>
            <a:ext cx="12714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Add &amp; Norm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22" name="Google Shape;722;p40"/>
          <p:cNvSpPr/>
          <p:nvPr/>
        </p:nvSpPr>
        <p:spPr>
          <a:xfrm>
            <a:off x="125049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3" name="Google Shape;723;p40"/>
          <p:cNvCxnSpPr/>
          <p:nvPr/>
        </p:nvCxnSpPr>
        <p:spPr>
          <a:xfrm flipH="1">
            <a:off x="155844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724;p40"/>
          <p:cNvCxnSpPr/>
          <p:nvPr/>
        </p:nvCxnSpPr>
        <p:spPr>
          <a:xfrm>
            <a:off x="155874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5" name="Google Shape;725;p40"/>
          <p:cNvCxnSpPr/>
          <p:nvPr/>
        </p:nvCxnSpPr>
        <p:spPr>
          <a:xfrm>
            <a:off x="155874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6" name="Google Shape;726;p40"/>
          <p:cNvCxnSpPr/>
          <p:nvPr/>
        </p:nvCxnSpPr>
        <p:spPr>
          <a:xfrm>
            <a:off x="155874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7" name="Google Shape;727;p40"/>
          <p:cNvCxnSpPr/>
          <p:nvPr/>
        </p:nvCxnSpPr>
        <p:spPr>
          <a:xfrm rot="10800000" flipH="1">
            <a:off x="155840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40"/>
          <p:cNvCxnSpPr/>
          <p:nvPr/>
        </p:nvCxnSpPr>
        <p:spPr>
          <a:xfrm rot="10800000" flipH="1">
            <a:off x="155840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729;p40"/>
          <p:cNvCxnSpPr/>
          <p:nvPr/>
        </p:nvCxnSpPr>
        <p:spPr>
          <a:xfrm rot="10800000" flipH="1">
            <a:off x="155840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730;p40"/>
          <p:cNvCxnSpPr/>
          <p:nvPr/>
        </p:nvCxnSpPr>
        <p:spPr>
          <a:xfrm>
            <a:off x="219849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731;p40"/>
          <p:cNvCxnSpPr/>
          <p:nvPr/>
        </p:nvCxnSpPr>
        <p:spPr>
          <a:xfrm rot="10800000" flipH="1">
            <a:off x="219849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2" name="Google Shape;732;p40"/>
          <p:cNvCxnSpPr/>
          <p:nvPr/>
        </p:nvCxnSpPr>
        <p:spPr>
          <a:xfrm>
            <a:off x="219849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733;p40"/>
          <p:cNvCxnSpPr/>
          <p:nvPr/>
        </p:nvCxnSpPr>
        <p:spPr>
          <a:xfrm rot="10800000" flipH="1">
            <a:off x="285313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40"/>
          <p:cNvCxnSpPr/>
          <p:nvPr/>
        </p:nvCxnSpPr>
        <p:spPr>
          <a:xfrm>
            <a:off x="285313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35;p40"/>
          <p:cNvCxnSpPr/>
          <p:nvPr/>
        </p:nvCxnSpPr>
        <p:spPr>
          <a:xfrm>
            <a:off x="285313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36;p40"/>
          <p:cNvCxnSpPr/>
          <p:nvPr/>
        </p:nvCxnSpPr>
        <p:spPr>
          <a:xfrm rot="10800000">
            <a:off x="350774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37;p40"/>
          <p:cNvCxnSpPr/>
          <p:nvPr/>
        </p:nvCxnSpPr>
        <p:spPr>
          <a:xfrm rot="10800000">
            <a:off x="219854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8" name="Google Shape;738;p40"/>
          <p:cNvCxnSpPr/>
          <p:nvPr/>
        </p:nvCxnSpPr>
        <p:spPr>
          <a:xfrm rot="10800000" flipH="1">
            <a:off x="219849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9" name="Google Shape;739;p40"/>
          <p:cNvSpPr txBox="1"/>
          <p:nvPr/>
        </p:nvSpPr>
        <p:spPr>
          <a:xfrm>
            <a:off x="182625" y="439933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40" name="Google Shape;740;p40"/>
          <p:cNvSpPr txBox="1"/>
          <p:nvPr/>
        </p:nvSpPr>
        <p:spPr>
          <a:xfrm>
            <a:off x="153850" y="370284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41" name="Google Shape;741;p40"/>
          <p:cNvSpPr txBox="1"/>
          <p:nvPr/>
        </p:nvSpPr>
        <p:spPr>
          <a:xfrm>
            <a:off x="153850" y="316803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742" name="Google Shape;7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1416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0"/>
          <p:cNvSpPr/>
          <p:nvPr/>
        </p:nvSpPr>
        <p:spPr>
          <a:xfrm>
            <a:off x="1409299" y="1399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0"/>
          <p:cNvSpPr/>
          <p:nvPr/>
        </p:nvSpPr>
        <p:spPr>
          <a:xfrm>
            <a:off x="1404725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0"/>
          <p:cNvSpPr/>
          <p:nvPr/>
        </p:nvSpPr>
        <p:spPr>
          <a:xfrm>
            <a:off x="19782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0"/>
          <p:cNvSpPr/>
          <p:nvPr/>
        </p:nvSpPr>
        <p:spPr>
          <a:xfrm>
            <a:off x="26070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0"/>
          <p:cNvSpPr/>
          <p:nvPr/>
        </p:nvSpPr>
        <p:spPr>
          <a:xfrm>
            <a:off x="32358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0"/>
          <p:cNvSpPr txBox="1"/>
          <p:nvPr/>
        </p:nvSpPr>
        <p:spPr>
          <a:xfrm>
            <a:off x="140501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49" name="Google Shape;749;p40"/>
          <p:cNvSpPr txBox="1"/>
          <p:nvPr/>
        </p:nvSpPr>
        <p:spPr>
          <a:xfrm>
            <a:off x="200616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50" name="Google Shape;750;p40"/>
          <p:cNvSpPr txBox="1"/>
          <p:nvPr/>
        </p:nvSpPr>
        <p:spPr>
          <a:xfrm>
            <a:off x="2620975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3235763" y="17246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52" name="Google Shape;752;p40"/>
          <p:cNvSpPr txBox="1"/>
          <p:nvPr/>
        </p:nvSpPr>
        <p:spPr>
          <a:xfrm>
            <a:off x="182625" y="1768275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FC layer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753" name="Google Shape;7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137" y="6985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0"/>
          <p:cNvSpPr/>
          <p:nvPr/>
        </p:nvSpPr>
        <p:spPr>
          <a:xfrm>
            <a:off x="1403662" y="6816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0"/>
          <p:cNvSpPr/>
          <p:nvPr/>
        </p:nvSpPr>
        <p:spPr>
          <a:xfrm>
            <a:off x="1399088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0"/>
          <p:cNvSpPr/>
          <p:nvPr/>
        </p:nvSpPr>
        <p:spPr>
          <a:xfrm>
            <a:off x="1972565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0"/>
          <p:cNvSpPr/>
          <p:nvPr/>
        </p:nvSpPr>
        <p:spPr>
          <a:xfrm>
            <a:off x="2601365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0"/>
          <p:cNvSpPr/>
          <p:nvPr/>
        </p:nvSpPr>
        <p:spPr>
          <a:xfrm>
            <a:off x="3230165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0"/>
          <p:cNvSpPr txBox="1"/>
          <p:nvPr/>
        </p:nvSpPr>
        <p:spPr>
          <a:xfrm>
            <a:off x="1399375" y="1007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0" name="Google Shape;760;p40"/>
          <p:cNvSpPr txBox="1"/>
          <p:nvPr/>
        </p:nvSpPr>
        <p:spPr>
          <a:xfrm>
            <a:off x="2000525" y="1007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1" name="Google Shape;761;p40"/>
          <p:cNvSpPr txBox="1"/>
          <p:nvPr/>
        </p:nvSpPr>
        <p:spPr>
          <a:xfrm>
            <a:off x="2615338" y="1007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2" name="Google Shape;762;p40"/>
          <p:cNvSpPr txBox="1"/>
          <p:nvPr/>
        </p:nvSpPr>
        <p:spPr>
          <a:xfrm>
            <a:off x="3230125" y="1007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3" name="Google Shape;763;p40"/>
          <p:cNvSpPr/>
          <p:nvPr/>
        </p:nvSpPr>
        <p:spPr>
          <a:xfrm>
            <a:off x="1160806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64" name="Google Shape;764;p40"/>
          <p:cNvSpPr/>
          <p:nvPr/>
        </p:nvSpPr>
        <p:spPr>
          <a:xfrm>
            <a:off x="1758331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65" name="Google Shape;765;p40"/>
          <p:cNvSpPr/>
          <p:nvPr/>
        </p:nvSpPr>
        <p:spPr>
          <a:xfrm>
            <a:off x="2355856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66" name="Google Shape;766;p40"/>
          <p:cNvSpPr/>
          <p:nvPr/>
        </p:nvSpPr>
        <p:spPr>
          <a:xfrm>
            <a:off x="2995731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767" name="Google Shape;767;p40"/>
          <p:cNvSpPr txBox="1"/>
          <p:nvPr/>
        </p:nvSpPr>
        <p:spPr>
          <a:xfrm>
            <a:off x="164025" y="1095200"/>
            <a:ext cx="12714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Add &amp; Norm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68" name="Google Shape;768;p40"/>
          <p:cNvSpPr txBox="1"/>
          <p:nvPr/>
        </p:nvSpPr>
        <p:spPr>
          <a:xfrm>
            <a:off x="4403425" y="992250"/>
            <a:ext cx="407490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Результат работы блока Encoder — обновленные эмбеддинги токенов.</a:t>
            </a: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Каждый слой обрабатывает эмбеддинги параллельно</a:t>
            </a: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Каждый слой, кроме слоя self-attention, обрабатывает эмбеддинги независимо</a:t>
            </a: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Transformer Encoder может обрабатывать последовательности разной длины</a:t>
            </a: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Слои в энкодере можно менять местами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769" name="Google Shape;769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8E995-34C3-C4BF-429B-CEBD74DA2DA3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0" name="Google Shape;7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0" y="2421775"/>
            <a:ext cx="2072597" cy="2659976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1"/>
          <p:cNvSpPr txBox="1"/>
          <p:nvPr/>
        </p:nvSpPr>
        <p:spPr>
          <a:xfrm>
            <a:off x="426400" y="1005775"/>
            <a:ext cx="3996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Мы почти собрали Encoder.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Чего не хватает: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i="1" u="sng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Multi-head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attention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Positional Encoding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193803-6133-BA03-E009-429E8B41E0C8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7" name="Google Shape;7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50" y="2147401"/>
            <a:ext cx="6681742" cy="22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2"/>
          <p:cNvSpPr txBox="1"/>
          <p:nvPr/>
        </p:nvSpPr>
        <p:spPr>
          <a:xfrm>
            <a:off x="379350" y="1252775"/>
            <a:ext cx="832777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Между словами в предложении могут быть зависимости разного типа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E9C1C-5B1E-C4BC-F3EC-E5636EA18440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43"/>
          <p:cNvSpPr txBox="1"/>
          <p:nvPr/>
        </p:nvSpPr>
        <p:spPr>
          <a:xfrm>
            <a:off x="1270431" y="4615220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5" name="Google Shape;7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425" y="35305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3"/>
          <p:cNvSpPr/>
          <p:nvPr/>
        </p:nvSpPr>
        <p:spPr>
          <a:xfrm>
            <a:off x="1426949" y="35136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43"/>
          <p:cNvSpPr/>
          <p:nvPr/>
        </p:nvSpPr>
        <p:spPr>
          <a:xfrm>
            <a:off x="1422375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3"/>
          <p:cNvSpPr/>
          <p:nvPr/>
        </p:nvSpPr>
        <p:spPr>
          <a:xfrm>
            <a:off x="1995852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3"/>
          <p:cNvSpPr/>
          <p:nvPr/>
        </p:nvSpPr>
        <p:spPr>
          <a:xfrm>
            <a:off x="2624652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3"/>
          <p:cNvSpPr/>
          <p:nvPr/>
        </p:nvSpPr>
        <p:spPr>
          <a:xfrm>
            <a:off x="3253452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43"/>
          <p:cNvSpPr txBox="1"/>
          <p:nvPr/>
        </p:nvSpPr>
        <p:spPr>
          <a:xfrm>
            <a:off x="1422663" y="383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2" name="Google Shape;802;p43"/>
          <p:cNvSpPr txBox="1"/>
          <p:nvPr/>
        </p:nvSpPr>
        <p:spPr>
          <a:xfrm>
            <a:off x="2023813" y="383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3" name="Google Shape;803;p43"/>
          <p:cNvSpPr txBox="1"/>
          <p:nvPr/>
        </p:nvSpPr>
        <p:spPr>
          <a:xfrm>
            <a:off x="2638625" y="383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4" name="Google Shape;804;p43"/>
          <p:cNvSpPr txBox="1"/>
          <p:nvPr/>
        </p:nvSpPr>
        <p:spPr>
          <a:xfrm>
            <a:off x="3253413" y="3839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5" name="Google Shape;805;p43"/>
          <p:cNvSpPr/>
          <p:nvPr/>
        </p:nvSpPr>
        <p:spPr>
          <a:xfrm>
            <a:off x="1426949" y="27904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3"/>
          <p:cNvSpPr/>
          <p:nvPr/>
        </p:nvSpPr>
        <p:spPr>
          <a:xfrm>
            <a:off x="1422375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3"/>
          <p:cNvSpPr/>
          <p:nvPr/>
        </p:nvSpPr>
        <p:spPr>
          <a:xfrm>
            <a:off x="1995852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3"/>
          <p:cNvSpPr/>
          <p:nvPr/>
        </p:nvSpPr>
        <p:spPr>
          <a:xfrm>
            <a:off x="2624652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43"/>
          <p:cNvSpPr/>
          <p:nvPr/>
        </p:nvSpPr>
        <p:spPr>
          <a:xfrm>
            <a:off x="3253452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3"/>
          <p:cNvSpPr txBox="1"/>
          <p:nvPr/>
        </p:nvSpPr>
        <p:spPr>
          <a:xfrm>
            <a:off x="1422988" y="3114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11" name="Google Shape;811;p43"/>
          <p:cNvSpPr txBox="1"/>
          <p:nvPr/>
        </p:nvSpPr>
        <p:spPr>
          <a:xfrm>
            <a:off x="2023813" y="311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12" name="Google Shape;812;p43"/>
          <p:cNvSpPr txBox="1"/>
          <p:nvPr/>
        </p:nvSpPr>
        <p:spPr>
          <a:xfrm>
            <a:off x="2638625" y="311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13" name="Google Shape;813;p43"/>
          <p:cNvSpPr txBox="1"/>
          <p:nvPr/>
        </p:nvSpPr>
        <p:spPr>
          <a:xfrm>
            <a:off x="3253413" y="3115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814" name="Google Shape;814;p43"/>
          <p:cNvCxnSpPr>
            <a:stCxn id="810" idx="2"/>
            <a:endCxn id="801" idx="0"/>
          </p:cNvCxnSpPr>
          <p:nvPr/>
        </p:nvCxnSpPr>
        <p:spPr>
          <a:xfrm flipH="1">
            <a:off x="1665388" y="3530425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5" name="Google Shape;815;p43"/>
          <p:cNvCxnSpPr>
            <a:stCxn id="810" idx="2"/>
            <a:endCxn id="802" idx="0"/>
          </p:cNvCxnSpPr>
          <p:nvPr/>
        </p:nvCxnSpPr>
        <p:spPr>
          <a:xfrm>
            <a:off x="1665688" y="3530425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6" name="Google Shape;816;p43"/>
          <p:cNvCxnSpPr>
            <a:stCxn id="810" idx="2"/>
            <a:endCxn id="803" idx="0"/>
          </p:cNvCxnSpPr>
          <p:nvPr/>
        </p:nvCxnSpPr>
        <p:spPr>
          <a:xfrm>
            <a:off x="1665688" y="3530425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7" name="Google Shape;817;p43"/>
          <p:cNvCxnSpPr>
            <a:stCxn id="810" idx="2"/>
            <a:endCxn id="804" idx="0"/>
          </p:cNvCxnSpPr>
          <p:nvPr/>
        </p:nvCxnSpPr>
        <p:spPr>
          <a:xfrm>
            <a:off x="1665688" y="3530425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8" name="Google Shape;818;p43"/>
          <p:cNvCxnSpPr>
            <a:stCxn id="801" idx="0"/>
            <a:endCxn id="811" idx="2"/>
          </p:cNvCxnSpPr>
          <p:nvPr/>
        </p:nvCxnSpPr>
        <p:spPr>
          <a:xfrm rot="10800000" flipH="1">
            <a:off x="1665363" y="3531275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9" name="Google Shape;819;p43"/>
          <p:cNvCxnSpPr>
            <a:stCxn id="801" idx="0"/>
            <a:endCxn id="812" idx="2"/>
          </p:cNvCxnSpPr>
          <p:nvPr/>
        </p:nvCxnSpPr>
        <p:spPr>
          <a:xfrm rot="10800000" flipH="1">
            <a:off x="1665363" y="3531275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0" name="Google Shape;820;p43"/>
          <p:cNvCxnSpPr>
            <a:stCxn id="801" idx="0"/>
            <a:endCxn id="813" idx="2"/>
          </p:cNvCxnSpPr>
          <p:nvPr/>
        </p:nvCxnSpPr>
        <p:spPr>
          <a:xfrm rot="10800000" flipH="1">
            <a:off x="1665363" y="3531275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1" name="Google Shape;821;p43"/>
          <p:cNvCxnSpPr>
            <a:stCxn id="811" idx="2"/>
            <a:endCxn id="802" idx="0"/>
          </p:cNvCxnSpPr>
          <p:nvPr/>
        </p:nvCxnSpPr>
        <p:spPr>
          <a:xfrm>
            <a:off x="2266513" y="3531350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2" name="Google Shape;822;p43"/>
          <p:cNvCxnSpPr>
            <a:stCxn id="802" idx="0"/>
            <a:endCxn id="812" idx="2"/>
          </p:cNvCxnSpPr>
          <p:nvPr/>
        </p:nvCxnSpPr>
        <p:spPr>
          <a:xfrm rot="10800000" flipH="1">
            <a:off x="2266513" y="3531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3" name="Google Shape;823;p43"/>
          <p:cNvCxnSpPr>
            <a:stCxn id="811" idx="2"/>
            <a:endCxn id="803" idx="0"/>
          </p:cNvCxnSpPr>
          <p:nvPr/>
        </p:nvCxnSpPr>
        <p:spPr>
          <a:xfrm>
            <a:off x="2266513" y="35313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4" name="Google Shape;824;p43"/>
          <p:cNvCxnSpPr>
            <a:stCxn id="803" idx="0"/>
            <a:endCxn id="813" idx="2"/>
          </p:cNvCxnSpPr>
          <p:nvPr/>
        </p:nvCxnSpPr>
        <p:spPr>
          <a:xfrm rot="10800000" flipH="1">
            <a:off x="2881325" y="3531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5" name="Google Shape;825;p43"/>
          <p:cNvCxnSpPr>
            <a:stCxn id="812" idx="2"/>
            <a:endCxn id="803" idx="0"/>
          </p:cNvCxnSpPr>
          <p:nvPr/>
        </p:nvCxnSpPr>
        <p:spPr>
          <a:xfrm>
            <a:off x="2881325" y="3531350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6" name="Google Shape;826;p43"/>
          <p:cNvCxnSpPr>
            <a:stCxn id="812" idx="2"/>
            <a:endCxn id="804" idx="0"/>
          </p:cNvCxnSpPr>
          <p:nvPr/>
        </p:nvCxnSpPr>
        <p:spPr>
          <a:xfrm>
            <a:off x="2881325" y="35313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7" name="Google Shape;827;p43"/>
          <p:cNvCxnSpPr>
            <a:stCxn id="804" idx="0"/>
            <a:endCxn id="813" idx="2"/>
          </p:cNvCxnSpPr>
          <p:nvPr/>
        </p:nvCxnSpPr>
        <p:spPr>
          <a:xfrm rot="10800000">
            <a:off x="3496113" y="3531263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8" name="Google Shape;828;p43"/>
          <p:cNvCxnSpPr>
            <a:stCxn id="804" idx="0"/>
            <a:endCxn id="811" idx="2"/>
          </p:cNvCxnSpPr>
          <p:nvPr/>
        </p:nvCxnSpPr>
        <p:spPr>
          <a:xfrm rot="10800000">
            <a:off x="2266413" y="3531263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9" name="Google Shape;829;p43"/>
          <p:cNvCxnSpPr>
            <a:stCxn id="802" idx="0"/>
            <a:endCxn id="813" idx="2"/>
          </p:cNvCxnSpPr>
          <p:nvPr/>
        </p:nvCxnSpPr>
        <p:spPr>
          <a:xfrm rot="10800000" flipH="1">
            <a:off x="2266513" y="353127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0" name="Google Shape;830;p43"/>
          <p:cNvSpPr txBox="1"/>
          <p:nvPr/>
        </p:nvSpPr>
        <p:spPr>
          <a:xfrm>
            <a:off x="182625" y="4399338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31" name="Google Shape;831;p43"/>
          <p:cNvSpPr txBox="1"/>
          <p:nvPr/>
        </p:nvSpPr>
        <p:spPr>
          <a:xfrm>
            <a:off x="153850" y="370284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32" name="Google Shape;832;p43"/>
          <p:cNvSpPr txBox="1"/>
          <p:nvPr/>
        </p:nvSpPr>
        <p:spPr>
          <a:xfrm>
            <a:off x="153850" y="3168038"/>
            <a:ext cx="1404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F86F25-4E7B-F09E-E050-1A154F746F3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44"/>
          <p:cNvSpPr txBox="1"/>
          <p:nvPr/>
        </p:nvSpPr>
        <p:spPr>
          <a:xfrm>
            <a:off x="771263" y="4481100"/>
            <a:ext cx="7926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                                 доброе                                     утро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4"/>
          <p:cNvSpPr txBox="1"/>
          <p:nvPr/>
        </p:nvSpPr>
        <p:spPr>
          <a:xfrm>
            <a:off x="7981260" y="4337813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40" name="Google Shape;840;p44"/>
          <p:cNvSpPr txBox="1"/>
          <p:nvPr/>
        </p:nvSpPr>
        <p:spPr>
          <a:xfrm>
            <a:off x="7947785" y="37813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47" name="Google Shape;847;p44"/>
          <p:cNvSpPr txBox="1"/>
          <p:nvPr/>
        </p:nvSpPr>
        <p:spPr>
          <a:xfrm>
            <a:off x="7938985" y="2487525"/>
            <a:ext cx="14049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Multi-head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426225" y="1233625"/>
            <a:ext cx="253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всех голов attention различные веса</a:t>
            </a:r>
            <a:endParaRPr sz="15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923" name="Google Shape;923;p44"/>
          <p:cNvSpPr txBox="1"/>
          <p:nvPr/>
        </p:nvSpPr>
        <p:spPr>
          <a:xfrm>
            <a:off x="2958225" y="1356775"/>
            <a:ext cx="312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k — количество голов Attention: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924" name="Google Shape;9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225" y="1148450"/>
            <a:ext cx="1375800" cy="36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223" y="1599864"/>
            <a:ext cx="1181400" cy="6148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B439D8-389E-5F2C-0F35-F2F505861F3D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6" name="Google Shape;841;p44">
            <a:extLst>
              <a:ext uri="{FF2B5EF4-FFF2-40B4-BE49-F238E27FC236}">
                <a16:creationId xmlns:a16="http://schemas.microsoft.com/office/drawing/2014/main" id="{878377F1-3412-8F0E-B3A4-AB053FE01381}"/>
              </a:ext>
            </a:extLst>
          </p:cNvPr>
          <p:cNvSpPr/>
          <p:nvPr/>
        </p:nvSpPr>
        <p:spPr>
          <a:xfrm>
            <a:off x="919475" y="40041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842;p44">
            <a:extLst>
              <a:ext uri="{FF2B5EF4-FFF2-40B4-BE49-F238E27FC236}">
                <a16:creationId xmlns:a16="http://schemas.microsoft.com/office/drawing/2014/main" id="{80485AEE-C362-864F-5A6D-695A845DE78F}"/>
              </a:ext>
            </a:extLst>
          </p:cNvPr>
          <p:cNvSpPr/>
          <p:nvPr/>
        </p:nvSpPr>
        <p:spPr>
          <a:xfrm>
            <a:off x="2825177" y="39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843;p44">
            <a:extLst>
              <a:ext uri="{FF2B5EF4-FFF2-40B4-BE49-F238E27FC236}">
                <a16:creationId xmlns:a16="http://schemas.microsoft.com/office/drawing/2014/main" id="{8E17D129-1B8C-E15D-E23D-78B1C5945AF6}"/>
              </a:ext>
            </a:extLst>
          </p:cNvPr>
          <p:cNvSpPr txBox="1"/>
          <p:nvPr/>
        </p:nvSpPr>
        <p:spPr>
          <a:xfrm>
            <a:off x="919763" y="39046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29" name="Google Shape;844;p44">
            <a:extLst>
              <a:ext uri="{FF2B5EF4-FFF2-40B4-BE49-F238E27FC236}">
                <a16:creationId xmlns:a16="http://schemas.microsoft.com/office/drawing/2014/main" id="{428377A5-D5D6-4C5B-2989-EAF3A92B9E06}"/>
              </a:ext>
            </a:extLst>
          </p:cNvPr>
          <p:cNvSpPr txBox="1"/>
          <p:nvPr/>
        </p:nvSpPr>
        <p:spPr>
          <a:xfrm>
            <a:off x="2853138" y="38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30" name="Google Shape;845;p44">
            <a:extLst>
              <a:ext uri="{FF2B5EF4-FFF2-40B4-BE49-F238E27FC236}">
                <a16:creationId xmlns:a16="http://schemas.microsoft.com/office/drawing/2014/main" id="{9B6357F6-8AA8-6814-4A31-9B56DADCF134}"/>
              </a:ext>
            </a:extLst>
          </p:cNvPr>
          <p:cNvSpPr/>
          <p:nvPr/>
        </p:nvSpPr>
        <p:spPr>
          <a:xfrm>
            <a:off x="38810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846;p44">
            <a:extLst>
              <a:ext uri="{FF2B5EF4-FFF2-40B4-BE49-F238E27FC236}">
                <a16:creationId xmlns:a16="http://schemas.microsoft.com/office/drawing/2014/main" id="{41BC42DC-0BC5-1F12-27E2-4FA09859D159}"/>
              </a:ext>
            </a:extLst>
          </p:cNvPr>
          <p:cNvSpPr txBox="1"/>
          <p:nvPr/>
        </p:nvSpPr>
        <p:spPr>
          <a:xfrm>
            <a:off x="388713" y="2496113"/>
            <a:ext cx="52015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32" name="Google Shape;848;p44">
            <a:extLst>
              <a:ext uri="{FF2B5EF4-FFF2-40B4-BE49-F238E27FC236}">
                <a16:creationId xmlns:a16="http://schemas.microsoft.com/office/drawing/2014/main" id="{B086F4E0-35F1-60F0-E992-8E6569ECF3BE}"/>
              </a:ext>
            </a:extLst>
          </p:cNvPr>
          <p:cNvSpPr/>
          <p:nvPr/>
        </p:nvSpPr>
        <p:spPr>
          <a:xfrm>
            <a:off x="91867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849;p44">
            <a:extLst>
              <a:ext uri="{FF2B5EF4-FFF2-40B4-BE49-F238E27FC236}">
                <a16:creationId xmlns:a16="http://schemas.microsoft.com/office/drawing/2014/main" id="{FC8FB313-FCA7-64AD-478C-7E4C6EFBDC9E}"/>
              </a:ext>
            </a:extLst>
          </p:cNvPr>
          <p:cNvSpPr txBox="1"/>
          <p:nvPr/>
        </p:nvSpPr>
        <p:spPr>
          <a:xfrm>
            <a:off x="916088" y="2496100"/>
            <a:ext cx="564475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34" name="Google Shape;850;p44">
            <a:extLst>
              <a:ext uri="{FF2B5EF4-FFF2-40B4-BE49-F238E27FC236}">
                <a16:creationId xmlns:a16="http://schemas.microsoft.com/office/drawing/2014/main" id="{50034A9F-82F3-955C-75BE-0E05ACA037C3}"/>
              </a:ext>
            </a:extLst>
          </p:cNvPr>
          <p:cNvSpPr/>
          <p:nvPr/>
        </p:nvSpPr>
        <p:spPr>
          <a:xfrm>
            <a:off x="144922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851;p44">
            <a:extLst>
              <a:ext uri="{FF2B5EF4-FFF2-40B4-BE49-F238E27FC236}">
                <a16:creationId xmlns:a16="http://schemas.microsoft.com/office/drawing/2014/main" id="{0F6FB240-9070-E1E9-4942-8F3FCC330744}"/>
              </a:ext>
            </a:extLst>
          </p:cNvPr>
          <p:cNvSpPr txBox="1"/>
          <p:nvPr/>
        </p:nvSpPr>
        <p:spPr>
          <a:xfrm>
            <a:off x="1449212" y="2484250"/>
            <a:ext cx="504237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36" name="Google Shape;852;p44">
            <a:extLst>
              <a:ext uri="{FF2B5EF4-FFF2-40B4-BE49-F238E27FC236}">
                <a16:creationId xmlns:a16="http://schemas.microsoft.com/office/drawing/2014/main" id="{56728A7E-3159-359B-59B8-8F2491D40508}"/>
              </a:ext>
            </a:extLst>
          </p:cNvPr>
          <p:cNvSpPr/>
          <p:nvPr/>
        </p:nvSpPr>
        <p:spPr>
          <a:xfrm>
            <a:off x="22858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853;p44">
            <a:extLst>
              <a:ext uri="{FF2B5EF4-FFF2-40B4-BE49-F238E27FC236}">
                <a16:creationId xmlns:a16="http://schemas.microsoft.com/office/drawing/2014/main" id="{CF9BD598-0B49-DCF7-7548-AC85F2DEF750}"/>
              </a:ext>
            </a:extLst>
          </p:cNvPr>
          <p:cNvSpPr txBox="1"/>
          <p:nvPr/>
        </p:nvSpPr>
        <p:spPr>
          <a:xfrm>
            <a:off x="2286424" y="2496113"/>
            <a:ext cx="521101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38" name="Google Shape;854;p44">
            <a:extLst>
              <a:ext uri="{FF2B5EF4-FFF2-40B4-BE49-F238E27FC236}">
                <a16:creationId xmlns:a16="http://schemas.microsoft.com/office/drawing/2014/main" id="{69EAB0DC-BCE9-DA11-E708-A23708C81D62}"/>
              </a:ext>
            </a:extLst>
          </p:cNvPr>
          <p:cNvSpPr/>
          <p:nvPr/>
        </p:nvSpPr>
        <p:spPr>
          <a:xfrm>
            <a:off x="28163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855;p44">
            <a:extLst>
              <a:ext uri="{FF2B5EF4-FFF2-40B4-BE49-F238E27FC236}">
                <a16:creationId xmlns:a16="http://schemas.microsoft.com/office/drawing/2014/main" id="{F376F9CB-0D86-ECA7-EEAE-C4903067604E}"/>
              </a:ext>
            </a:extLst>
          </p:cNvPr>
          <p:cNvSpPr txBox="1"/>
          <p:nvPr/>
        </p:nvSpPr>
        <p:spPr>
          <a:xfrm>
            <a:off x="2807050" y="2496100"/>
            <a:ext cx="571225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40" name="Google Shape;856;p44">
            <a:extLst>
              <a:ext uri="{FF2B5EF4-FFF2-40B4-BE49-F238E27FC236}">
                <a16:creationId xmlns:a16="http://schemas.microsoft.com/office/drawing/2014/main" id="{D2AD9015-9754-3119-09F9-202B84BEA1A4}"/>
              </a:ext>
            </a:extLst>
          </p:cNvPr>
          <p:cNvSpPr/>
          <p:nvPr/>
        </p:nvSpPr>
        <p:spPr>
          <a:xfrm>
            <a:off x="33469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857;p44">
            <a:extLst>
              <a:ext uri="{FF2B5EF4-FFF2-40B4-BE49-F238E27FC236}">
                <a16:creationId xmlns:a16="http://schemas.microsoft.com/office/drawing/2014/main" id="{FDC984B5-FE3E-DA08-D808-2D7229BC74C5}"/>
              </a:ext>
            </a:extLst>
          </p:cNvPr>
          <p:cNvSpPr txBox="1"/>
          <p:nvPr/>
        </p:nvSpPr>
        <p:spPr>
          <a:xfrm>
            <a:off x="3346924" y="2484250"/>
            <a:ext cx="519763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42" name="Google Shape;858;p44">
            <a:extLst>
              <a:ext uri="{FF2B5EF4-FFF2-40B4-BE49-F238E27FC236}">
                <a16:creationId xmlns:a16="http://schemas.microsoft.com/office/drawing/2014/main" id="{37E6A732-89CF-FC2E-8F21-0D00CB3A8326}"/>
              </a:ext>
            </a:extLst>
          </p:cNvPr>
          <p:cNvSpPr/>
          <p:nvPr/>
        </p:nvSpPr>
        <p:spPr>
          <a:xfrm>
            <a:off x="420925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859;p44">
            <a:extLst>
              <a:ext uri="{FF2B5EF4-FFF2-40B4-BE49-F238E27FC236}">
                <a16:creationId xmlns:a16="http://schemas.microsoft.com/office/drawing/2014/main" id="{9E6A95B2-9DFE-B776-F4DB-92F58D944A2D}"/>
              </a:ext>
            </a:extLst>
          </p:cNvPr>
          <p:cNvSpPr txBox="1"/>
          <p:nvPr/>
        </p:nvSpPr>
        <p:spPr>
          <a:xfrm>
            <a:off x="4209863" y="2496113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44" name="Google Shape;860;p44">
            <a:extLst>
              <a:ext uri="{FF2B5EF4-FFF2-40B4-BE49-F238E27FC236}">
                <a16:creationId xmlns:a16="http://schemas.microsoft.com/office/drawing/2014/main" id="{58CE24AC-8CB6-F7D6-6EA1-F1B34F7FE585}"/>
              </a:ext>
            </a:extLst>
          </p:cNvPr>
          <p:cNvSpPr/>
          <p:nvPr/>
        </p:nvSpPr>
        <p:spPr>
          <a:xfrm>
            <a:off x="473982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861;p44">
            <a:extLst>
              <a:ext uri="{FF2B5EF4-FFF2-40B4-BE49-F238E27FC236}">
                <a16:creationId xmlns:a16="http://schemas.microsoft.com/office/drawing/2014/main" id="{7E78B9CB-E1F4-90D5-192F-BFF6A4DA77B9}"/>
              </a:ext>
            </a:extLst>
          </p:cNvPr>
          <p:cNvSpPr txBox="1"/>
          <p:nvPr/>
        </p:nvSpPr>
        <p:spPr>
          <a:xfrm>
            <a:off x="4725982" y="2496100"/>
            <a:ext cx="575731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46" name="Google Shape;862;p44">
            <a:extLst>
              <a:ext uri="{FF2B5EF4-FFF2-40B4-BE49-F238E27FC236}">
                <a16:creationId xmlns:a16="http://schemas.microsoft.com/office/drawing/2014/main" id="{A29584BF-55B9-4C4A-4DDF-F8D637A47677}"/>
              </a:ext>
            </a:extLst>
          </p:cNvPr>
          <p:cNvSpPr/>
          <p:nvPr/>
        </p:nvSpPr>
        <p:spPr>
          <a:xfrm>
            <a:off x="527037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863;p44">
            <a:extLst>
              <a:ext uri="{FF2B5EF4-FFF2-40B4-BE49-F238E27FC236}">
                <a16:creationId xmlns:a16="http://schemas.microsoft.com/office/drawing/2014/main" id="{9DA3DB27-B209-45A3-5230-5146A8931014}"/>
              </a:ext>
            </a:extLst>
          </p:cNvPr>
          <p:cNvSpPr txBox="1"/>
          <p:nvPr/>
        </p:nvSpPr>
        <p:spPr>
          <a:xfrm>
            <a:off x="5270363" y="2484250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48" name="Google Shape;864;p44">
            <a:extLst>
              <a:ext uri="{FF2B5EF4-FFF2-40B4-BE49-F238E27FC236}">
                <a16:creationId xmlns:a16="http://schemas.microsoft.com/office/drawing/2014/main" id="{76F0B29C-73D7-FAF5-8EAD-16B09FC237E9}"/>
              </a:ext>
            </a:extLst>
          </p:cNvPr>
          <p:cNvSpPr/>
          <p:nvPr/>
        </p:nvSpPr>
        <p:spPr>
          <a:xfrm>
            <a:off x="4746215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865;p44">
            <a:extLst>
              <a:ext uri="{FF2B5EF4-FFF2-40B4-BE49-F238E27FC236}">
                <a16:creationId xmlns:a16="http://schemas.microsoft.com/office/drawing/2014/main" id="{AA9ED794-594C-D41E-C54F-82C18037DCDA}"/>
              </a:ext>
            </a:extLst>
          </p:cNvPr>
          <p:cNvSpPr txBox="1"/>
          <p:nvPr/>
        </p:nvSpPr>
        <p:spPr>
          <a:xfrm>
            <a:off x="4774175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50" name="Google Shape;866;p44">
            <a:extLst>
              <a:ext uri="{FF2B5EF4-FFF2-40B4-BE49-F238E27FC236}">
                <a16:creationId xmlns:a16="http://schemas.microsoft.com/office/drawing/2014/main" id="{6F64902E-4B9D-0F86-AC6C-ED9FF04836A1}"/>
              </a:ext>
            </a:extLst>
          </p:cNvPr>
          <p:cNvSpPr/>
          <p:nvPr/>
        </p:nvSpPr>
        <p:spPr>
          <a:xfrm>
            <a:off x="60812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867;p44">
            <a:extLst>
              <a:ext uri="{FF2B5EF4-FFF2-40B4-BE49-F238E27FC236}">
                <a16:creationId xmlns:a16="http://schemas.microsoft.com/office/drawing/2014/main" id="{733481A5-A10D-DE36-3D15-489287A50710}"/>
              </a:ext>
            </a:extLst>
          </p:cNvPr>
          <p:cNvSpPr txBox="1"/>
          <p:nvPr/>
        </p:nvSpPr>
        <p:spPr>
          <a:xfrm>
            <a:off x="6081825" y="2496113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52" name="Google Shape;868;p44">
            <a:extLst>
              <a:ext uri="{FF2B5EF4-FFF2-40B4-BE49-F238E27FC236}">
                <a16:creationId xmlns:a16="http://schemas.microsoft.com/office/drawing/2014/main" id="{269BE2CD-F6EE-49CA-6D89-8937F6EB2EB2}"/>
              </a:ext>
            </a:extLst>
          </p:cNvPr>
          <p:cNvSpPr/>
          <p:nvPr/>
        </p:nvSpPr>
        <p:spPr>
          <a:xfrm>
            <a:off x="66117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869;p44">
            <a:extLst>
              <a:ext uri="{FF2B5EF4-FFF2-40B4-BE49-F238E27FC236}">
                <a16:creationId xmlns:a16="http://schemas.microsoft.com/office/drawing/2014/main" id="{8E756411-90FC-6034-326F-F06A0FB2EB87}"/>
              </a:ext>
            </a:extLst>
          </p:cNvPr>
          <p:cNvSpPr txBox="1"/>
          <p:nvPr/>
        </p:nvSpPr>
        <p:spPr>
          <a:xfrm>
            <a:off x="6618177" y="2496100"/>
            <a:ext cx="555498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54" name="Google Shape;870;p44">
            <a:extLst>
              <a:ext uri="{FF2B5EF4-FFF2-40B4-BE49-F238E27FC236}">
                <a16:creationId xmlns:a16="http://schemas.microsoft.com/office/drawing/2014/main" id="{2D11DF4B-C3DA-5FF5-4918-129EF42B4196}"/>
              </a:ext>
            </a:extLst>
          </p:cNvPr>
          <p:cNvSpPr/>
          <p:nvPr/>
        </p:nvSpPr>
        <p:spPr>
          <a:xfrm>
            <a:off x="71423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871;p44">
            <a:extLst>
              <a:ext uri="{FF2B5EF4-FFF2-40B4-BE49-F238E27FC236}">
                <a16:creationId xmlns:a16="http://schemas.microsoft.com/office/drawing/2014/main" id="{D7521613-816A-F2BC-A389-0EEEDFC5A638}"/>
              </a:ext>
            </a:extLst>
          </p:cNvPr>
          <p:cNvSpPr txBox="1"/>
          <p:nvPr/>
        </p:nvSpPr>
        <p:spPr>
          <a:xfrm>
            <a:off x="7142325" y="2484250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956" name="Google Shape;872;p44">
            <a:extLst>
              <a:ext uri="{FF2B5EF4-FFF2-40B4-BE49-F238E27FC236}">
                <a16:creationId xmlns:a16="http://schemas.microsoft.com/office/drawing/2014/main" id="{50BFDE00-A73B-D28C-054E-104F1EBA5155}"/>
              </a:ext>
            </a:extLst>
          </p:cNvPr>
          <p:cNvSpPr/>
          <p:nvPr/>
        </p:nvSpPr>
        <p:spPr>
          <a:xfrm>
            <a:off x="6618177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873;p44">
            <a:extLst>
              <a:ext uri="{FF2B5EF4-FFF2-40B4-BE49-F238E27FC236}">
                <a16:creationId xmlns:a16="http://schemas.microsoft.com/office/drawing/2014/main" id="{50613928-C367-910A-04B7-A9AE673BE03E}"/>
              </a:ext>
            </a:extLst>
          </p:cNvPr>
          <p:cNvSpPr txBox="1"/>
          <p:nvPr/>
        </p:nvSpPr>
        <p:spPr>
          <a:xfrm>
            <a:off x="6646138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958" name="Google Shape;874;p44">
            <a:extLst>
              <a:ext uri="{FF2B5EF4-FFF2-40B4-BE49-F238E27FC236}">
                <a16:creationId xmlns:a16="http://schemas.microsoft.com/office/drawing/2014/main" id="{7C1F4DBB-FCDC-A8BB-4575-51707B93C021}"/>
              </a:ext>
            </a:extLst>
          </p:cNvPr>
          <p:cNvCxnSpPr>
            <a:cxnSpLocks/>
            <a:stCxn id="931" idx="2"/>
            <a:endCxn id="928" idx="0"/>
          </p:cNvCxnSpPr>
          <p:nvPr/>
        </p:nvCxnSpPr>
        <p:spPr>
          <a:xfrm>
            <a:off x="648788" y="2911613"/>
            <a:ext cx="513675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9" name="Google Shape;875;p44">
            <a:extLst>
              <a:ext uri="{FF2B5EF4-FFF2-40B4-BE49-F238E27FC236}">
                <a16:creationId xmlns:a16="http://schemas.microsoft.com/office/drawing/2014/main" id="{BE08F5F0-8AA9-968C-CA19-A24F4B9F638E}"/>
              </a:ext>
            </a:extLst>
          </p:cNvPr>
          <p:cNvCxnSpPr>
            <a:cxnSpLocks/>
            <a:stCxn id="931" idx="2"/>
            <a:endCxn id="929" idx="0"/>
          </p:cNvCxnSpPr>
          <p:nvPr/>
        </p:nvCxnSpPr>
        <p:spPr>
          <a:xfrm>
            <a:off x="648788" y="2911613"/>
            <a:ext cx="2447050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2" name="Google Shape;876;p44">
            <a:extLst>
              <a:ext uri="{FF2B5EF4-FFF2-40B4-BE49-F238E27FC236}">
                <a16:creationId xmlns:a16="http://schemas.microsoft.com/office/drawing/2014/main" id="{E5889A8C-CAF7-D9EB-A15E-8449B9239EF7}"/>
              </a:ext>
            </a:extLst>
          </p:cNvPr>
          <p:cNvCxnSpPr>
            <a:cxnSpLocks/>
            <a:stCxn id="931" idx="2"/>
            <a:endCxn id="949" idx="0"/>
          </p:cNvCxnSpPr>
          <p:nvPr/>
        </p:nvCxnSpPr>
        <p:spPr>
          <a:xfrm>
            <a:off x="648788" y="2911613"/>
            <a:ext cx="4368087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3" name="Google Shape;877;p44">
            <a:extLst>
              <a:ext uri="{FF2B5EF4-FFF2-40B4-BE49-F238E27FC236}">
                <a16:creationId xmlns:a16="http://schemas.microsoft.com/office/drawing/2014/main" id="{F1306904-53DE-C748-9F23-437F6AC79DF8}"/>
              </a:ext>
            </a:extLst>
          </p:cNvPr>
          <p:cNvCxnSpPr>
            <a:cxnSpLocks/>
            <a:stCxn id="931" idx="2"/>
            <a:endCxn id="957" idx="0"/>
          </p:cNvCxnSpPr>
          <p:nvPr/>
        </p:nvCxnSpPr>
        <p:spPr>
          <a:xfrm>
            <a:off x="648788" y="2911613"/>
            <a:ext cx="6240050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4" name="Google Shape;878;p44">
            <a:extLst>
              <a:ext uri="{FF2B5EF4-FFF2-40B4-BE49-F238E27FC236}">
                <a16:creationId xmlns:a16="http://schemas.microsoft.com/office/drawing/2014/main" id="{C926B897-165F-85B0-7260-19784E5DFB46}"/>
              </a:ext>
            </a:extLst>
          </p:cNvPr>
          <p:cNvCxnSpPr>
            <a:cxnSpLocks/>
            <a:stCxn id="935" idx="2"/>
            <a:endCxn id="928" idx="0"/>
          </p:cNvCxnSpPr>
          <p:nvPr/>
        </p:nvCxnSpPr>
        <p:spPr>
          <a:xfrm flipH="1">
            <a:off x="1162463" y="2899750"/>
            <a:ext cx="538868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5" name="Google Shape;879;p44">
            <a:extLst>
              <a:ext uri="{FF2B5EF4-FFF2-40B4-BE49-F238E27FC236}">
                <a16:creationId xmlns:a16="http://schemas.microsoft.com/office/drawing/2014/main" id="{5F8DD9CC-FFD3-28AC-F012-71AB603C11DD}"/>
              </a:ext>
            </a:extLst>
          </p:cNvPr>
          <p:cNvCxnSpPr>
            <a:cxnSpLocks/>
            <a:stCxn id="933" idx="2"/>
            <a:endCxn id="928" idx="0"/>
          </p:cNvCxnSpPr>
          <p:nvPr/>
        </p:nvCxnSpPr>
        <p:spPr>
          <a:xfrm flipH="1">
            <a:off x="1162463" y="2911600"/>
            <a:ext cx="35863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6" name="Google Shape;880;p44">
            <a:extLst>
              <a:ext uri="{FF2B5EF4-FFF2-40B4-BE49-F238E27FC236}">
                <a16:creationId xmlns:a16="http://schemas.microsoft.com/office/drawing/2014/main" id="{E635BD0E-D180-26AE-5255-722D3D7580B2}"/>
              </a:ext>
            </a:extLst>
          </p:cNvPr>
          <p:cNvCxnSpPr>
            <a:cxnSpLocks/>
            <a:stCxn id="933" idx="2"/>
            <a:endCxn id="929" idx="0"/>
          </p:cNvCxnSpPr>
          <p:nvPr/>
        </p:nvCxnSpPr>
        <p:spPr>
          <a:xfrm>
            <a:off x="1198326" y="2911600"/>
            <a:ext cx="1897512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0" name="Google Shape;881;p44">
            <a:extLst>
              <a:ext uri="{FF2B5EF4-FFF2-40B4-BE49-F238E27FC236}">
                <a16:creationId xmlns:a16="http://schemas.microsoft.com/office/drawing/2014/main" id="{EAA1EB8A-8BE1-43D1-28A9-564095B56A09}"/>
              </a:ext>
            </a:extLst>
          </p:cNvPr>
          <p:cNvCxnSpPr>
            <a:cxnSpLocks/>
            <a:stCxn id="933" idx="2"/>
            <a:endCxn id="949" idx="0"/>
          </p:cNvCxnSpPr>
          <p:nvPr/>
        </p:nvCxnSpPr>
        <p:spPr>
          <a:xfrm>
            <a:off x="1198326" y="2911600"/>
            <a:ext cx="3818549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1" name="Google Shape;882;p44">
            <a:extLst>
              <a:ext uri="{FF2B5EF4-FFF2-40B4-BE49-F238E27FC236}">
                <a16:creationId xmlns:a16="http://schemas.microsoft.com/office/drawing/2014/main" id="{5FDA26F2-77CD-77A0-C3E2-5105F61F2CAD}"/>
              </a:ext>
            </a:extLst>
          </p:cNvPr>
          <p:cNvCxnSpPr>
            <a:cxnSpLocks/>
            <a:stCxn id="933" idx="2"/>
            <a:endCxn id="957" idx="0"/>
          </p:cNvCxnSpPr>
          <p:nvPr/>
        </p:nvCxnSpPr>
        <p:spPr>
          <a:xfrm>
            <a:off x="1198326" y="2911600"/>
            <a:ext cx="5690512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2" name="Google Shape;883;p44">
            <a:extLst>
              <a:ext uri="{FF2B5EF4-FFF2-40B4-BE49-F238E27FC236}">
                <a16:creationId xmlns:a16="http://schemas.microsoft.com/office/drawing/2014/main" id="{66458B7D-3E3A-1997-570C-094704EF3EAA}"/>
              </a:ext>
            </a:extLst>
          </p:cNvPr>
          <p:cNvCxnSpPr>
            <a:cxnSpLocks/>
            <a:stCxn id="935" idx="2"/>
            <a:endCxn id="929" idx="0"/>
          </p:cNvCxnSpPr>
          <p:nvPr/>
        </p:nvCxnSpPr>
        <p:spPr>
          <a:xfrm>
            <a:off x="1701331" y="2899750"/>
            <a:ext cx="1394507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3" name="Google Shape;884;p44">
            <a:extLst>
              <a:ext uri="{FF2B5EF4-FFF2-40B4-BE49-F238E27FC236}">
                <a16:creationId xmlns:a16="http://schemas.microsoft.com/office/drawing/2014/main" id="{D2216652-25B1-93E4-4918-D007840DB8D5}"/>
              </a:ext>
            </a:extLst>
          </p:cNvPr>
          <p:cNvCxnSpPr>
            <a:cxnSpLocks/>
            <a:stCxn id="928" idx="0"/>
            <a:endCxn id="937" idx="2"/>
          </p:cNvCxnSpPr>
          <p:nvPr/>
        </p:nvCxnSpPr>
        <p:spPr>
          <a:xfrm flipV="1">
            <a:off x="1162463" y="2911613"/>
            <a:ext cx="1384512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4" name="Google Shape;885;p44">
            <a:extLst>
              <a:ext uri="{FF2B5EF4-FFF2-40B4-BE49-F238E27FC236}">
                <a16:creationId xmlns:a16="http://schemas.microsoft.com/office/drawing/2014/main" id="{7B4C49F9-672C-22B1-5CA9-D6F1B45E9196}"/>
              </a:ext>
            </a:extLst>
          </p:cNvPr>
          <p:cNvCxnSpPr>
            <a:cxnSpLocks/>
            <a:stCxn id="935" idx="2"/>
            <a:endCxn id="949" idx="0"/>
          </p:cNvCxnSpPr>
          <p:nvPr/>
        </p:nvCxnSpPr>
        <p:spPr>
          <a:xfrm>
            <a:off x="1701331" y="2899750"/>
            <a:ext cx="3315544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5" name="Google Shape;886;p44">
            <a:extLst>
              <a:ext uri="{FF2B5EF4-FFF2-40B4-BE49-F238E27FC236}">
                <a16:creationId xmlns:a16="http://schemas.microsoft.com/office/drawing/2014/main" id="{44712FE1-8E0B-3AC1-3FA7-E3150BE84D41}"/>
              </a:ext>
            </a:extLst>
          </p:cNvPr>
          <p:cNvCxnSpPr>
            <a:cxnSpLocks/>
            <a:stCxn id="935" idx="2"/>
            <a:endCxn id="957" idx="0"/>
          </p:cNvCxnSpPr>
          <p:nvPr/>
        </p:nvCxnSpPr>
        <p:spPr>
          <a:xfrm>
            <a:off x="1701331" y="2899750"/>
            <a:ext cx="5187507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6" name="Google Shape;887;p44">
            <a:extLst>
              <a:ext uri="{FF2B5EF4-FFF2-40B4-BE49-F238E27FC236}">
                <a16:creationId xmlns:a16="http://schemas.microsoft.com/office/drawing/2014/main" id="{7FA41F08-37FB-5B9E-03AD-E0E3A4B23F71}"/>
              </a:ext>
            </a:extLst>
          </p:cNvPr>
          <p:cNvCxnSpPr>
            <a:cxnSpLocks/>
            <a:stCxn id="937" idx="2"/>
            <a:endCxn id="929" idx="0"/>
          </p:cNvCxnSpPr>
          <p:nvPr/>
        </p:nvCxnSpPr>
        <p:spPr>
          <a:xfrm>
            <a:off x="2546975" y="2911613"/>
            <a:ext cx="548863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7" name="Google Shape;888;p44">
            <a:extLst>
              <a:ext uri="{FF2B5EF4-FFF2-40B4-BE49-F238E27FC236}">
                <a16:creationId xmlns:a16="http://schemas.microsoft.com/office/drawing/2014/main" id="{0568140A-7AB4-BC3C-5D2A-DDD08FB3D3DC}"/>
              </a:ext>
            </a:extLst>
          </p:cNvPr>
          <p:cNvCxnSpPr>
            <a:cxnSpLocks/>
            <a:stCxn id="937" idx="2"/>
            <a:endCxn id="949" idx="0"/>
          </p:cNvCxnSpPr>
          <p:nvPr/>
        </p:nvCxnSpPr>
        <p:spPr>
          <a:xfrm>
            <a:off x="2546975" y="2911613"/>
            <a:ext cx="2469900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8" name="Google Shape;889;p44">
            <a:extLst>
              <a:ext uri="{FF2B5EF4-FFF2-40B4-BE49-F238E27FC236}">
                <a16:creationId xmlns:a16="http://schemas.microsoft.com/office/drawing/2014/main" id="{3FBAC9C8-A8F3-3EEF-8C1C-A226108BB3A2}"/>
              </a:ext>
            </a:extLst>
          </p:cNvPr>
          <p:cNvCxnSpPr>
            <a:cxnSpLocks/>
            <a:stCxn id="937" idx="2"/>
            <a:endCxn id="957" idx="0"/>
          </p:cNvCxnSpPr>
          <p:nvPr/>
        </p:nvCxnSpPr>
        <p:spPr>
          <a:xfrm>
            <a:off x="2546975" y="2911613"/>
            <a:ext cx="4341863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9" name="Google Shape;890;p44">
            <a:extLst>
              <a:ext uri="{FF2B5EF4-FFF2-40B4-BE49-F238E27FC236}">
                <a16:creationId xmlns:a16="http://schemas.microsoft.com/office/drawing/2014/main" id="{0DB35FBF-63D6-1060-1CE9-84275AC87575}"/>
              </a:ext>
            </a:extLst>
          </p:cNvPr>
          <p:cNvCxnSpPr>
            <a:cxnSpLocks/>
            <a:stCxn id="939" idx="2"/>
            <a:endCxn id="929" idx="0"/>
          </p:cNvCxnSpPr>
          <p:nvPr/>
        </p:nvCxnSpPr>
        <p:spPr>
          <a:xfrm>
            <a:off x="3092663" y="2911600"/>
            <a:ext cx="3175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0" name="Google Shape;891;p44">
            <a:extLst>
              <a:ext uri="{FF2B5EF4-FFF2-40B4-BE49-F238E27FC236}">
                <a16:creationId xmlns:a16="http://schemas.microsoft.com/office/drawing/2014/main" id="{ABA9B667-1074-5A64-FDBC-9F75F7DE6F17}"/>
              </a:ext>
            </a:extLst>
          </p:cNvPr>
          <p:cNvCxnSpPr>
            <a:cxnSpLocks/>
            <a:stCxn id="941" idx="2"/>
            <a:endCxn id="929" idx="0"/>
          </p:cNvCxnSpPr>
          <p:nvPr/>
        </p:nvCxnSpPr>
        <p:spPr>
          <a:xfrm flipH="1">
            <a:off x="3095838" y="2899750"/>
            <a:ext cx="510968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1" name="Google Shape;892;p44">
            <a:extLst>
              <a:ext uri="{FF2B5EF4-FFF2-40B4-BE49-F238E27FC236}">
                <a16:creationId xmlns:a16="http://schemas.microsoft.com/office/drawing/2014/main" id="{69522C5F-AEDC-B81E-C492-43ACFF484EE5}"/>
              </a:ext>
            </a:extLst>
          </p:cNvPr>
          <p:cNvCxnSpPr>
            <a:cxnSpLocks/>
            <a:stCxn id="943" idx="2"/>
            <a:endCxn id="929" idx="0"/>
          </p:cNvCxnSpPr>
          <p:nvPr/>
        </p:nvCxnSpPr>
        <p:spPr>
          <a:xfrm flipH="1">
            <a:off x="3095838" y="2911613"/>
            <a:ext cx="1361876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2" name="Google Shape;893;p44">
            <a:extLst>
              <a:ext uri="{FF2B5EF4-FFF2-40B4-BE49-F238E27FC236}">
                <a16:creationId xmlns:a16="http://schemas.microsoft.com/office/drawing/2014/main" id="{5CD33B92-835D-1DA2-AE02-9FA6767E0938}"/>
              </a:ext>
            </a:extLst>
          </p:cNvPr>
          <p:cNvCxnSpPr>
            <a:cxnSpLocks/>
            <a:stCxn id="943" idx="2"/>
            <a:endCxn id="949" idx="0"/>
          </p:cNvCxnSpPr>
          <p:nvPr/>
        </p:nvCxnSpPr>
        <p:spPr>
          <a:xfrm>
            <a:off x="4457714" y="2911613"/>
            <a:ext cx="559161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3" name="Google Shape;895;p44">
            <a:extLst>
              <a:ext uri="{FF2B5EF4-FFF2-40B4-BE49-F238E27FC236}">
                <a16:creationId xmlns:a16="http://schemas.microsoft.com/office/drawing/2014/main" id="{E086EF43-9583-3D20-E173-042CB2B1CA1C}"/>
              </a:ext>
            </a:extLst>
          </p:cNvPr>
          <p:cNvCxnSpPr>
            <a:cxnSpLocks/>
            <a:stCxn id="939" idx="2"/>
            <a:endCxn id="928" idx="0"/>
          </p:cNvCxnSpPr>
          <p:nvPr/>
        </p:nvCxnSpPr>
        <p:spPr>
          <a:xfrm flipH="1">
            <a:off x="1162463" y="2911600"/>
            <a:ext cx="1930200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4" name="Google Shape;896;p44">
            <a:extLst>
              <a:ext uri="{FF2B5EF4-FFF2-40B4-BE49-F238E27FC236}">
                <a16:creationId xmlns:a16="http://schemas.microsoft.com/office/drawing/2014/main" id="{BE4701C0-9E0B-1F5D-E302-88BCB4D2E2F0}"/>
              </a:ext>
            </a:extLst>
          </p:cNvPr>
          <p:cNvCxnSpPr>
            <a:cxnSpLocks/>
            <a:stCxn id="939" idx="2"/>
            <a:endCxn id="949" idx="0"/>
          </p:cNvCxnSpPr>
          <p:nvPr/>
        </p:nvCxnSpPr>
        <p:spPr>
          <a:xfrm>
            <a:off x="3092663" y="2911600"/>
            <a:ext cx="1924212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5" name="Google Shape;897;p44">
            <a:extLst>
              <a:ext uri="{FF2B5EF4-FFF2-40B4-BE49-F238E27FC236}">
                <a16:creationId xmlns:a16="http://schemas.microsoft.com/office/drawing/2014/main" id="{69927D8A-DCCC-6B29-2C30-7973BCDC891E}"/>
              </a:ext>
            </a:extLst>
          </p:cNvPr>
          <p:cNvCxnSpPr>
            <a:cxnSpLocks/>
            <a:stCxn id="939" idx="2"/>
            <a:endCxn id="957" idx="0"/>
          </p:cNvCxnSpPr>
          <p:nvPr/>
        </p:nvCxnSpPr>
        <p:spPr>
          <a:xfrm>
            <a:off x="3092663" y="2911600"/>
            <a:ext cx="3796175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6" name="Google Shape;898;p44">
            <a:extLst>
              <a:ext uri="{FF2B5EF4-FFF2-40B4-BE49-F238E27FC236}">
                <a16:creationId xmlns:a16="http://schemas.microsoft.com/office/drawing/2014/main" id="{654DFA58-A8DE-5472-91C7-FED0882FC111}"/>
              </a:ext>
            </a:extLst>
          </p:cNvPr>
          <p:cNvCxnSpPr>
            <a:cxnSpLocks/>
            <a:stCxn id="943" idx="2"/>
            <a:endCxn id="928" idx="0"/>
          </p:cNvCxnSpPr>
          <p:nvPr/>
        </p:nvCxnSpPr>
        <p:spPr>
          <a:xfrm flipH="1">
            <a:off x="1162463" y="2911613"/>
            <a:ext cx="3295251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899;p44">
            <a:extLst>
              <a:ext uri="{FF2B5EF4-FFF2-40B4-BE49-F238E27FC236}">
                <a16:creationId xmlns:a16="http://schemas.microsoft.com/office/drawing/2014/main" id="{ED5DD174-6A6D-512D-C83A-7CC20794C59A}"/>
              </a:ext>
            </a:extLst>
          </p:cNvPr>
          <p:cNvCxnSpPr>
            <a:cxnSpLocks/>
            <a:stCxn id="941" idx="2"/>
            <a:endCxn id="928" idx="0"/>
          </p:cNvCxnSpPr>
          <p:nvPr/>
        </p:nvCxnSpPr>
        <p:spPr>
          <a:xfrm flipH="1">
            <a:off x="1162463" y="2899750"/>
            <a:ext cx="2444343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8" name="Google Shape;900;p44">
            <a:extLst>
              <a:ext uri="{FF2B5EF4-FFF2-40B4-BE49-F238E27FC236}">
                <a16:creationId xmlns:a16="http://schemas.microsoft.com/office/drawing/2014/main" id="{35DB99BA-77BB-E1C9-8A7D-1D7DFCB2BF3C}"/>
              </a:ext>
            </a:extLst>
          </p:cNvPr>
          <p:cNvCxnSpPr>
            <a:cxnSpLocks/>
            <a:stCxn id="941" idx="2"/>
            <a:endCxn id="949" idx="0"/>
          </p:cNvCxnSpPr>
          <p:nvPr/>
        </p:nvCxnSpPr>
        <p:spPr>
          <a:xfrm>
            <a:off x="3606806" y="2899750"/>
            <a:ext cx="1410069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9" name="Google Shape;901;p44">
            <a:extLst>
              <a:ext uri="{FF2B5EF4-FFF2-40B4-BE49-F238E27FC236}">
                <a16:creationId xmlns:a16="http://schemas.microsoft.com/office/drawing/2014/main" id="{9E2F49BD-E73A-B40E-2260-BE04CE021C93}"/>
              </a:ext>
            </a:extLst>
          </p:cNvPr>
          <p:cNvCxnSpPr>
            <a:cxnSpLocks/>
            <a:stCxn id="941" idx="2"/>
            <a:endCxn id="957" idx="0"/>
          </p:cNvCxnSpPr>
          <p:nvPr/>
        </p:nvCxnSpPr>
        <p:spPr>
          <a:xfrm>
            <a:off x="3606806" y="2899750"/>
            <a:ext cx="3282032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0" name="Google Shape;902;p44">
            <a:extLst>
              <a:ext uri="{FF2B5EF4-FFF2-40B4-BE49-F238E27FC236}">
                <a16:creationId xmlns:a16="http://schemas.microsoft.com/office/drawing/2014/main" id="{E0741F31-1B15-0E6C-E2ED-2E1A865AE7A3}"/>
              </a:ext>
            </a:extLst>
          </p:cNvPr>
          <p:cNvCxnSpPr>
            <a:cxnSpLocks/>
            <a:stCxn id="945" idx="2"/>
            <a:endCxn id="949" idx="0"/>
          </p:cNvCxnSpPr>
          <p:nvPr/>
        </p:nvCxnSpPr>
        <p:spPr>
          <a:xfrm>
            <a:off x="5013848" y="2911600"/>
            <a:ext cx="3027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1" name="Google Shape;903;p44">
            <a:extLst>
              <a:ext uri="{FF2B5EF4-FFF2-40B4-BE49-F238E27FC236}">
                <a16:creationId xmlns:a16="http://schemas.microsoft.com/office/drawing/2014/main" id="{0BE71ECB-9F28-E1B8-7D5D-012BC7168845}"/>
              </a:ext>
            </a:extLst>
          </p:cNvPr>
          <p:cNvCxnSpPr>
            <a:cxnSpLocks/>
            <a:stCxn id="943" idx="2"/>
            <a:endCxn id="957" idx="0"/>
          </p:cNvCxnSpPr>
          <p:nvPr/>
        </p:nvCxnSpPr>
        <p:spPr>
          <a:xfrm>
            <a:off x="4457714" y="2911613"/>
            <a:ext cx="2431124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2" name="Google Shape;904;p44">
            <a:extLst>
              <a:ext uri="{FF2B5EF4-FFF2-40B4-BE49-F238E27FC236}">
                <a16:creationId xmlns:a16="http://schemas.microsoft.com/office/drawing/2014/main" id="{9AF2A3AF-E422-7C18-EC9F-98EDF09B224D}"/>
              </a:ext>
            </a:extLst>
          </p:cNvPr>
          <p:cNvCxnSpPr>
            <a:cxnSpLocks/>
            <a:stCxn id="945" idx="2"/>
            <a:endCxn id="928" idx="0"/>
          </p:cNvCxnSpPr>
          <p:nvPr/>
        </p:nvCxnSpPr>
        <p:spPr>
          <a:xfrm flipH="1">
            <a:off x="1162463" y="2911600"/>
            <a:ext cx="3851385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3" name="Google Shape;905;p44">
            <a:extLst>
              <a:ext uri="{FF2B5EF4-FFF2-40B4-BE49-F238E27FC236}">
                <a16:creationId xmlns:a16="http://schemas.microsoft.com/office/drawing/2014/main" id="{E767C8FE-C8DB-A738-0BB2-1A10E663E484}"/>
              </a:ext>
            </a:extLst>
          </p:cNvPr>
          <p:cNvCxnSpPr>
            <a:cxnSpLocks/>
            <a:stCxn id="945" idx="2"/>
            <a:endCxn id="929" idx="0"/>
          </p:cNvCxnSpPr>
          <p:nvPr/>
        </p:nvCxnSpPr>
        <p:spPr>
          <a:xfrm flipH="1">
            <a:off x="3095838" y="2911600"/>
            <a:ext cx="1918010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4" name="Google Shape;906;p44">
            <a:extLst>
              <a:ext uri="{FF2B5EF4-FFF2-40B4-BE49-F238E27FC236}">
                <a16:creationId xmlns:a16="http://schemas.microsoft.com/office/drawing/2014/main" id="{57EAE319-DBF0-C401-F762-AA9A6A6D05F4}"/>
              </a:ext>
            </a:extLst>
          </p:cNvPr>
          <p:cNvCxnSpPr>
            <a:cxnSpLocks/>
            <a:stCxn id="945" idx="2"/>
            <a:endCxn id="957" idx="0"/>
          </p:cNvCxnSpPr>
          <p:nvPr/>
        </p:nvCxnSpPr>
        <p:spPr>
          <a:xfrm>
            <a:off x="5013848" y="2911600"/>
            <a:ext cx="1874990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5" name="Google Shape;907;p44">
            <a:extLst>
              <a:ext uri="{FF2B5EF4-FFF2-40B4-BE49-F238E27FC236}">
                <a16:creationId xmlns:a16="http://schemas.microsoft.com/office/drawing/2014/main" id="{C8E3F865-8731-24FA-312A-FF7698B7585A}"/>
              </a:ext>
            </a:extLst>
          </p:cNvPr>
          <p:cNvCxnSpPr>
            <a:cxnSpLocks/>
            <a:stCxn id="947" idx="2"/>
            <a:endCxn id="928" idx="0"/>
          </p:cNvCxnSpPr>
          <p:nvPr/>
        </p:nvCxnSpPr>
        <p:spPr>
          <a:xfrm flipH="1">
            <a:off x="1162463" y="2899750"/>
            <a:ext cx="4355751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6" name="Google Shape;908;p44">
            <a:extLst>
              <a:ext uri="{FF2B5EF4-FFF2-40B4-BE49-F238E27FC236}">
                <a16:creationId xmlns:a16="http://schemas.microsoft.com/office/drawing/2014/main" id="{BA659C0D-25EA-CF22-238C-91DDAF11B5D8}"/>
              </a:ext>
            </a:extLst>
          </p:cNvPr>
          <p:cNvCxnSpPr>
            <a:cxnSpLocks/>
            <a:stCxn id="947" idx="2"/>
            <a:endCxn id="929" idx="0"/>
          </p:cNvCxnSpPr>
          <p:nvPr/>
        </p:nvCxnSpPr>
        <p:spPr>
          <a:xfrm flipH="1">
            <a:off x="3095838" y="2899750"/>
            <a:ext cx="2422376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7" name="Google Shape;909;p44">
            <a:extLst>
              <a:ext uri="{FF2B5EF4-FFF2-40B4-BE49-F238E27FC236}">
                <a16:creationId xmlns:a16="http://schemas.microsoft.com/office/drawing/2014/main" id="{82AF5F73-4784-94BE-AE4D-080CE843919C}"/>
              </a:ext>
            </a:extLst>
          </p:cNvPr>
          <p:cNvCxnSpPr>
            <a:cxnSpLocks/>
            <a:stCxn id="947" idx="2"/>
            <a:endCxn id="949" idx="0"/>
          </p:cNvCxnSpPr>
          <p:nvPr/>
        </p:nvCxnSpPr>
        <p:spPr>
          <a:xfrm flipH="1">
            <a:off x="5016875" y="2899750"/>
            <a:ext cx="501339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8" name="Google Shape;910;p44">
            <a:extLst>
              <a:ext uri="{FF2B5EF4-FFF2-40B4-BE49-F238E27FC236}">
                <a16:creationId xmlns:a16="http://schemas.microsoft.com/office/drawing/2014/main" id="{9CE56191-7EA3-51A8-B1CC-2B51CE2FAB19}"/>
              </a:ext>
            </a:extLst>
          </p:cNvPr>
          <p:cNvCxnSpPr>
            <a:cxnSpLocks/>
            <a:stCxn id="947" idx="2"/>
            <a:endCxn id="957" idx="0"/>
          </p:cNvCxnSpPr>
          <p:nvPr/>
        </p:nvCxnSpPr>
        <p:spPr>
          <a:xfrm>
            <a:off x="5518214" y="2899750"/>
            <a:ext cx="1370624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9" name="Google Shape;911;p44">
            <a:extLst>
              <a:ext uri="{FF2B5EF4-FFF2-40B4-BE49-F238E27FC236}">
                <a16:creationId xmlns:a16="http://schemas.microsoft.com/office/drawing/2014/main" id="{AC8627ED-2493-F6EC-D722-A2E9A8BE3591}"/>
              </a:ext>
            </a:extLst>
          </p:cNvPr>
          <p:cNvCxnSpPr>
            <a:cxnSpLocks/>
            <a:stCxn id="951" idx="2"/>
            <a:endCxn id="928" idx="0"/>
          </p:cNvCxnSpPr>
          <p:nvPr/>
        </p:nvCxnSpPr>
        <p:spPr>
          <a:xfrm flipH="1">
            <a:off x="1162463" y="2911613"/>
            <a:ext cx="5167213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0" name="Google Shape;912;p44">
            <a:extLst>
              <a:ext uri="{FF2B5EF4-FFF2-40B4-BE49-F238E27FC236}">
                <a16:creationId xmlns:a16="http://schemas.microsoft.com/office/drawing/2014/main" id="{61A63A46-8953-5E3B-8468-2D6B29519889}"/>
              </a:ext>
            </a:extLst>
          </p:cNvPr>
          <p:cNvCxnSpPr>
            <a:cxnSpLocks/>
            <a:stCxn id="951" idx="2"/>
            <a:endCxn id="929" idx="0"/>
          </p:cNvCxnSpPr>
          <p:nvPr/>
        </p:nvCxnSpPr>
        <p:spPr>
          <a:xfrm flipH="1">
            <a:off x="3095838" y="2911613"/>
            <a:ext cx="3233838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1" name="Google Shape;913;p44">
            <a:extLst>
              <a:ext uri="{FF2B5EF4-FFF2-40B4-BE49-F238E27FC236}">
                <a16:creationId xmlns:a16="http://schemas.microsoft.com/office/drawing/2014/main" id="{35F33668-E79A-0F4C-2BDB-74377C99DC18}"/>
              </a:ext>
            </a:extLst>
          </p:cNvPr>
          <p:cNvCxnSpPr>
            <a:cxnSpLocks/>
            <a:stCxn id="951" idx="2"/>
            <a:endCxn id="949" idx="0"/>
          </p:cNvCxnSpPr>
          <p:nvPr/>
        </p:nvCxnSpPr>
        <p:spPr>
          <a:xfrm flipH="1">
            <a:off x="5016875" y="2911613"/>
            <a:ext cx="1312801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2" name="Google Shape;914;p44">
            <a:extLst>
              <a:ext uri="{FF2B5EF4-FFF2-40B4-BE49-F238E27FC236}">
                <a16:creationId xmlns:a16="http://schemas.microsoft.com/office/drawing/2014/main" id="{E884E6C9-54A1-6795-9C2D-2AFE82FC8F37}"/>
              </a:ext>
            </a:extLst>
          </p:cNvPr>
          <p:cNvCxnSpPr>
            <a:cxnSpLocks/>
            <a:stCxn id="951" idx="2"/>
            <a:endCxn id="957" idx="0"/>
          </p:cNvCxnSpPr>
          <p:nvPr/>
        </p:nvCxnSpPr>
        <p:spPr>
          <a:xfrm>
            <a:off x="6329676" y="2911613"/>
            <a:ext cx="559162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15;p44">
            <a:extLst>
              <a:ext uri="{FF2B5EF4-FFF2-40B4-BE49-F238E27FC236}">
                <a16:creationId xmlns:a16="http://schemas.microsoft.com/office/drawing/2014/main" id="{41877079-030A-DFC3-636F-5FE64A582173}"/>
              </a:ext>
            </a:extLst>
          </p:cNvPr>
          <p:cNvCxnSpPr>
            <a:cxnSpLocks/>
            <a:stCxn id="953" idx="2"/>
            <a:endCxn id="928" idx="0"/>
          </p:cNvCxnSpPr>
          <p:nvPr/>
        </p:nvCxnSpPr>
        <p:spPr>
          <a:xfrm flipH="1">
            <a:off x="1162463" y="2911600"/>
            <a:ext cx="5733463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16;p44">
            <a:extLst>
              <a:ext uri="{FF2B5EF4-FFF2-40B4-BE49-F238E27FC236}">
                <a16:creationId xmlns:a16="http://schemas.microsoft.com/office/drawing/2014/main" id="{B849CA1B-D181-3999-0C45-0F7E465A20AF}"/>
              </a:ext>
            </a:extLst>
          </p:cNvPr>
          <p:cNvCxnSpPr>
            <a:cxnSpLocks/>
            <a:stCxn id="953" idx="2"/>
            <a:endCxn id="929" idx="0"/>
          </p:cNvCxnSpPr>
          <p:nvPr/>
        </p:nvCxnSpPr>
        <p:spPr>
          <a:xfrm flipH="1">
            <a:off x="3095838" y="2911600"/>
            <a:ext cx="3800088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17;p44">
            <a:extLst>
              <a:ext uri="{FF2B5EF4-FFF2-40B4-BE49-F238E27FC236}">
                <a16:creationId xmlns:a16="http://schemas.microsoft.com/office/drawing/2014/main" id="{D3237BF3-9AC4-B03B-D6AA-05A312D14BD3}"/>
              </a:ext>
            </a:extLst>
          </p:cNvPr>
          <p:cNvCxnSpPr>
            <a:cxnSpLocks/>
            <a:stCxn id="953" idx="2"/>
            <a:endCxn id="949" idx="0"/>
          </p:cNvCxnSpPr>
          <p:nvPr/>
        </p:nvCxnSpPr>
        <p:spPr>
          <a:xfrm flipH="1">
            <a:off x="5016875" y="2911600"/>
            <a:ext cx="1879051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6" name="Google Shape;918;p44">
            <a:extLst>
              <a:ext uri="{FF2B5EF4-FFF2-40B4-BE49-F238E27FC236}">
                <a16:creationId xmlns:a16="http://schemas.microsoft.com/office/drawing/2014/main" id="{198D5504-CDF0-34C3-9709-D6BD3F65E815}"/>
              </a:ext>
            </a:extLst>
          </p:cNvPr>
          <p:cNvCxnSpPr>
            <a:cxnSpLocks/>
            <a:stCxn id="953" idx="2"/>
            <a:endCxn id="957" idx="0"/>
          </p:cNvCxnSpPr>
          <p:nvPr/>
        </p:nvCxnSpPr>
        <p:spPr>
          <a:xfrm flipH="1">
            <a:off x="6888838" y="2911600"/>
            <a:ext cx="7088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7" name="Google Shape;919;p44">
            <a:extLst>
              <a:ext uri="{FF2B5EF4-FFF2-40B4-BE49-F238E27FC236}">
                <a16:creationId xmlns:a16="http://schemas.microsoft.com/office/drawing/2014/main" id="{A3F7174D-BC27-FCB4-4B80-6D8FA4EF03A2}"/>
              </a:ext>
            </a:extLst>
          </p:cNvPr>
          <p:cNvCxnSpPr>
            <a:cxnSpLocks/>
            <a:stCxn id="955" idx="2"/>
            <a:endCxn id="928" idx="0"/>
          </p:cNvCxnSpPr>
          <p:nvPr/>
        </p:nvCxnSpPr>
        <p:spPr>
          <a:xfrm flipH="1">
            <a:off x="1162463" y="2899750"/>
            <a:ext cx="6227713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8" name="Google Shape;920;p44">
            <a:extLst>
              <a:ext uri="{FF2B5EF4-FFF2-40B4-BE49-F238E27FC236}">
                <a16:creationId xmlns:a16="http://schemas.microsoft.com/office/drawing/2014/main" id="{1369E6A1-F39C-AA27-AE3A-07A1367DB788}"/>
              </a:ext>
            </a:extLst>
          </p:cNvPr>
          <p:cNvCxnSpPr>
            <a:cxnSpLocks/>
            <a:stCxn id="955" idx="2"/>
            <a:endCxn id="929" idx="0"/>
          </p:cNvCxnSpPr>
          <p:nvPr/>
        </p:nvCxnSpPr>
        <p:spPr>
          <a:xfrm flipH="1">
            <a:off x="3095838" y="2899750"/>
            <a:ext cx="4294338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21;p44">
            <a:extLst>
              <a:ext uri="{FF2B5EF4-FFF2-40B4-BE49-F238E27FC236}">
                <a16:creationId xmlns:a16="http://schemas.microsoft.com/office/drawing/2014/main" id="{E660567D-9742-4781-6C45-BB66D0BD7534}"/>
              </a:ext>
            </a:extLst>
          </p:cNvPr>
          <p:cNvCxnSpPr>
            <a:cxnSpLocks/>
            <a:stCxn id="955" idx="2"/>
            <a:endCxn id="949" idx="0"/>
          </p:cNvCxnSpPr>
          <p:nvPr/>
        </p:nvCxnSpPr>
        <p:spPr>
          <a:xfrm flipH="1">
            <a:off x="5016875" y="2899750"/>
            <a:ext cx="2373301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0" name="Google Shape;922;p44">
            <a:extLst>
              <a:ext uri="{FF2B5EF4-FFF2-40B4-BE49-F238E27FC236}">
                <a16:creationId xmlns:a16="http://schemas.microsoft.com/office/drawing/2014/main" id="{21836C13-A5FC-FA49-8000-EEF09695D33A}"/>
              </a:ext>
            </a:extLst>
          </p:cNvPr>
          <p:cNvCxnSpPr>
            <a:cxnSpLocks/>
            <a:stCxn id="955" idx="2"/>
            <a:endCxn id="957" idx="0"/>
          </p:cNvCxnSpPr>
          <p:nvPr/>
        </p:nvCxnSpPr>
        <p:spPr>
          <a:xfrm flipH="1">
            <a:off x="6888838" y="2899750"/>
            <a:ext cx="501338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5"/>
          <p:cNvSpPr txBox="1"/>
          <p:nvPr/>
        </p:nvSpPr>
        <p:spPr>
          <a:xfrm>
            <a:off x="7385025" y="1518850"/>
            <a:ext cx="1973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размера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(3emb_size, emb_size)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5" name="Google Shape;103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00" y="359000"/>
            <a:ext cx="2435689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360B24-6C9F-CB93-20A7-071414E314E7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7" name="Google Shape;1014;p45">
            <a:extLst>
              <a:ext uri="{FF2B5EF4-FFF2-40B4-BE49-F238E27FC236}">
                <a16:creationId xmlns:a16="http://schemas.microsoft.com/office/drawing/2014/main" id="{D7D10A89-32F8-C8EF-E58F-31D3AD7A8AEB}"/>
              </a:ext>
            </a:extLst>
          </p:cNvPr>
          <p:cNvSpPr/>
          <p:nvPr/>
        </p:nvSpPr>
        <p:spPr>
          <a:xfrm rot="5400000">
            <a:off x="10834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15;p45">
            <a:extLst>
              <a:ext uri="{FF2B5EF4-FFF2-40B4-BE49-F238E27FC236}">
                <a16:creationId xmlns:a16="http://schemas.microsoft.com/office/drawing/2014/main" id="{67A73D2F-7DE2-7B7A-55A6-D2ECCB26BE2E}"/>
              </a:ext>
            </a:extLst>
          </p:cNvPr>
          <p:cNvSpPr txBox="1"/>
          <p:nvPr/>
        </p:nvSpPr>
        <p:spPr>
          <a:xfrm>
            <a:off x="811087" y="1928900"/>
            <a:ext cx="88082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concat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079" name="Google Shape;1016;p45">
            <a:extLst>
              <a:ext uri="{FF2B5EF4-FFF2-40B4-BE49-F238E27FC236}">
                <a16:creationId xmlns:a16="http://schemas.microsoft.com/office/drawing/2014/main" id="{712DAC57-ABE1-F282-907D-F08384FD4EBF}"/>
              </a:ext>
            </a:extLst>
          </p:cNvPr>
          <p:cNvSpPr txBox="1"/>
          <p:nvPr/>
        </p:nvSpPr>
        <p:spPr>
          <a:xfrm>
            <a:off x="2759638" y="1928900"/>
            <a:ext cx="9792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concat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080" name="Google Shape;1017;p45">
            <a:extLst>
              <a:ext uri="{FF2B5EF4-FFF2-40B4-BE49-F238E27FC236}">
                <a16:creationId xmlns:a16="http://schemas.microsoft.com/office/drawing/2014/main" id="{32C82250-6276-0717-0585-73EE6170E781}"/>
              </a:ext>
            </a:extLst>
          </p:cNvPr>
          <p:cNvSpPr/>
          <p:nvPr/>
        </p:nvSpPr>
        <p:spPr>
          <a:xfrm rot="5400000">
            <a:off x="30066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18;p45">
            <a:extLst>
              <a:ext uri="{FF2B5EF4-FFF2-40B4-BE49-F238E27FC236}">
                <a16:creationId xmlns:a16="http://schemas.microsoft.com/office/drawing/2014/main" id="{C5BEBC26-2D42-C067-6B26-87CABE79CD91}"/>
              </a:ext>
            </a:extLst>
          </p:cNvPr>
          <p:cNvSpPr/>
          <p:nvPr/>
        </p:nvSpPr>
        <p:spPr>
          <a:xfrm rot="5400000">
            <a:off x="49298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19;p45">
            <a:extLst>
              <a:ext uri="{FF2B5EF4-FFF2-40B4-BE49-F238E27FC236}">
                <a16:creationId xmlns:a16="http://schemas.microsoft.com/office/drawing/2014/main" id="{8A35F795-1892-0A06-BE1C-D54D4C77D5E4}"/>
              </a:ext>
            </a:extLst>
          </p:cNvPr>
          <p:cNvSpPr/>
          <p:nvPr/>
        </p:nvSpPr>
        <p:spPr>
          <a:xfrm rot="5400000">
            <a:off x="67741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20;p45">
            <a:extLst>
              <a:ext uri="{FF2B5EF4-FFF2-40B4-BE49-F238E27FC236}">
                <a16:creationId xmlns:a16="http://schemas.microsoft.com/office/drawing/2014/main" id="{1DAF13CE-EDB4-0F0F-CE90-E4D098DB228E}"/>
              </a:ext>
            </a:extLst>
          </p:cNvPr>
          <p:cNvSpPr txBox="1"/>
          <p:nvPr/>
        </p:nvSpPr>
        <p:spPr>
          <a:xfrm>
            <a:off x="4581288" y="1928900"/>
            <a:ext cx="102703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concat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084" name="Google Shape;1021;p45">
            <a:extLst>
              <a:ext uri="{FF2B5EF4-FFF2-40B4-BE49-F238E27FC236}">
                <a16:creationId xmlns:a16="http://schemas.microsoft.com/office/drawing/2014/main" id="{85A0D692-DD0E-7AFD-9914-D73FC1C697F7}"/>
              </a:ext>
            </a:extLst>
          </p:cNvPr>
          <p:cNvSpPr txBox="1"/>
          <p:nvPr/>
        </p:nvSpPr>
        <p:spPr>
          <a:xfrm>
            <a:off x="6453263" y="1928900"/>
            <a:ext cx="9317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concat</a:t>
            </a:r>
            <a:endParaRPr dirty="0">
              <a:solidFill>
                <a:schemeClr val="dk2"/>
              </a:solidFill>
            </a:endParaRPr>
          </a:p>
        </p:txBody>
      </p:sp>
      <p:cxnSp>
        <p:nvCxnSpPr>
          <p:cNvPr id="1085" name="Google Shape;1022;p45">
            <a:extLst>
              <a:ext uri="{FF2B5EF4-FFF2-40B4-BE49-F238E27FC236}">
                <a16:creationId xmlns:a16="http://schemas.microsoft.com/office/drawing/2014/main" id="{FEED6D52-3311-E5DA-E7B6-D2A6ED40D049}"/>
              </a:ext>
            </a:extLst>
          </p:cNvPr>
          <p:cNvCxnSpPr/>
          <p:nvPr/>
        </p:nvCxnSpPr>
        <p:spPr>
          <a:xfrm rot="10800000">
            <a:off x="123787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6" name="Google Shape;1023;p45">
            <a:extLst>
              <a:ext uri="{FF2B5EF4-FFF2-40B4-BE49-F238E27FC236}">
                <a16:creationId xmlns:a16="http://schemas.microsoft.com/office/drawing/2014/main" id="{F944C8A7-1DEB-36C4-D4BB-F11796573D4B}"/>
              </a:ext>
            </a:extLst>
          </p:cNvPr>
          <p:cNvCxnSpPr/>
          <p:nvPr/>
        </p:nvCxnSpPr>
        <p:spPr>
          <a:xfrm rot="10800000">
            <a:off x="312432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7" name="Google Shape;1024;p45">
            <a:extLst>
              <a:ext uri="{FF2B5EF4-FFF2-40B4-BE49-F238E27FC236}">
                <a16:creationId xmlns:a16="http://schemas.microsoft.com/office/drawing/2014/main" id="{0BFE3360-A2EE-97C5-B917-AA836461FB16}"/>
              </a:ext>
            </a:extLst>
          </p:cNvPr>
          <p:cNvCxnSpPr/>
          <p:nvPr/>
        </p:nvCxnSpPr>
        <p:spPr>
          <a:xfrm rot="10800000">
            <a:off x="498177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8" name="Google Shape;1025;p45">
            <a:extLst>
              <a:ext uri="{FF2B5EF4-FFF2-40B4-BE49-F238E27FC236}">
                <a16:creationId xmlns:a16="http://schemas.microsoft.com/office/drawing/2014/main" id="{441A8BB4-CB53-4FF2-093A-F4F5897B4CA4}"/>
              </a:ext>
            </a:extLst>
          </p:cNvPr>
          <p:cNvCxnSpPr/>
          <p:nvPr/>
        </p:nvCxnSpPr>
        <p:spPr>
          <a:xfrm rot="10800000">
            <a:off x="680327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9" name="Google Shape;1026;p45">
            <a:extLst>
              <a:ext uri="{FF2B5EF4-FFF2-40B4-BE49-F238E27FC236}">
                <a16:creationId xmlns:a16="http://schemas.microsoft.com/office/drawing/2014/main" id="{96DC2E42-BDFD-6A18-D828-2AAAFE8A6F2B}"/>
              </a:ext>
            </a:extLst>
          </p:cNvPr>
          <p:cNvSpPr/>
          <p:nvPr/>
        </p:nvSpPr>
        <p:spPr>
          <a:xfrm>
            <a:off x="992913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27;p45">
            <a:extLst>
              <a:ext uri="{FF2B5EF4-FFF2-40B4-BE49-F238E27FC236}">
                <a16:creationId xmlns:a16="http://schemas.microsoft.com/office/drawing/2014/main" id="{92038C09-99B0-65A3-F90B-D4848A2156B1}"/>
              </a:ext>
            </a:extLst>
          </p:cNvPr>
          <p:cNvSpPr txBox="1"/>
          <p:nvPr/>
        </p:nvSpPr>
        <p:spPr>
          <a:xfrm>
            <a:off x="1005200" y="1087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91" name="Google Shape;1028;p45">
            <a:extLst>
              <a:ext uri="{FF2B5EF4-FFF2-40B4-BE49-F238E27FC236}">
                <a16:creationId xmlns:a16="http://schemas.microsoft.com/office/drawing/2014/main" id="{68AE640F-3CEC-C35E-23C1-CF98F5241E6C}"/>
              </a:ext>
            </a:extLst>
          </p:cNvPr>
          <p:cNvSpPr/>
          <p:nvPr/>
        </p:nvSpPr>
        <p:spPr>
          <a:xfrm>
            <a:off x="2886100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29;p45">
            <a:extLst>
              <a:ext uri="{FF2B5EF4-FFF2-40B4-BE49-F238E27FC236}">
                <a16:creationId xmlns:a16="http://schemas.microsoft.com/office/drawing/2014/main" id="{8A54D246-EAD0-170C-98B7-95105DBBD664}"/>
              </a:ext>
            </a:extLst>
          </p:cNvPr>
          <p:cNvSpPr txBox="1"/>
          <p:nvPr/>
        </p:nvSpPr>
        <p:spPr>
          <a:xfrm>
            <a:off x="2892538" y="10616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93" name="Google Shape;1030;p45">
            <a:extLst>
              <a:ext uri="{FF2B5EF4-FFF2-40B4-BE49-F238E27FC236}">
                <a16:creationId xmlns:a16="http://schemas.microsoft.com/office/drawing/2014/main" id="{547AEB50-4B64-5C78-6F54-6CFB33975BF7}"/>
              </a:ext>
            </a:extLst>
          </p:cNvPr>
          <p:cNvSpPr/>
          <p:nvPr/>
        </p:nvSpPr>
        <p:spPr>
          <a:xfrm>
            <a:off x="4767588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31;p45">
            <a:extLst>
              <a:ext uri="{FF2B5EF4-FFF2-40B4-BE49-F238E27FC236}">
                <a16:creationId xmlns:a16="http://schemas.microsoft.com/office/drawing/2014/main" id="{495AF1CB-00EA-61C1-42F8-1ECF90490A7F}"/>
              </a:ext>
            </a:extLst>
          </p:cNvPr>
          <p:cNvSpPr txBox="1"/>
          <p:nvPr/>
        </p:nvSpPr>
        <p:spPr>
          <a:xfrm>
            <a:off x="4753888" y="1061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95" name="Google Shape;1032;p45">
            <a:extLst>
              <a:ext uri="{FF2B5EF4-FFF2-40B4-BE49-F238E27FC236}">
                <a16:creationId xmlns:a16="http://schemas.microsoft.com/office/drawing/2014/main" id="{053C6404-E69E-219A-786F-70AFF44636E7}"/>
              </a:ext>
            </a:extLst>
          </p:cNvPr>
          <p:cNvSpPr/>
          <p:nvPr/>
        </p:nvSpPr>
        <p:spPr>
          <a:xfrm>
            <a:off x="6602900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33;p45">
            <a:extLst>
              <a:ext uri="{FF2B5EF4-FFF2-40B4-BE49-F238E27FC236}">
                <a16:creationId xmlns:a16="http://schemas.microsoft.com/office/drawing/2014/main" id="{88B25956-DCF3-E935-40CC-23654B17BDAA}"/>
              </a:ext>
            </a:extLst>
          </p:cNvPr>
          <p:cNvSpPr txBox="1"/>
          <p:nvPr/>
        </p:nvSpPr>
        <p:spPr>
          <a:xfrm>
            <a:off x="6615238" y="1061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8" name="Google Shape;839;p44">
            <a:extLst>
              <a:ext uri="{FF2B5EF4-FFF2-40B4-BE49-F238E27FC236}">
                <a16:creationId xmlns:a16="http://schemas.microsoft.com/office/drawing/2014/main" id="{48BE0848-EB38-27D9-0A6F-7E6E2CA46F68}"/>
              </a:ext>
            </a:extLst>
          </p:cNvPr>
          <p:cNvSpPr txBox="1"/>
          <p:nvPr/>
        </p:nvSpPr>
        <p:spPr>
          <a:xfrm>
            <a:off x="7981260" y="4337813"/>
            <a:ext cx="75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69" name="Google Shape;840;p44">
            <a:extLst>
              <a:ext uri="{FF2B5EF4-FFF2-40B4-BE49-F238E27FC236}">
                <a16:creationId xmlns:a16="http://schemas.microsoft.com/office/drawing/2014/main" id="{1DC0A636-644E-13FF-3D7C-82DA9EB0BB13}"/>
              </a:ext>
            </a:extLst>
          </p:cNvPr>
          <p:cNvSpPr txBox="1"/>
          <p:nvPr/>
        </p:nvSpPr>
        <p:spPr>
          <a:xfrm>
            <a:off x="7947785" y="3781390"/>
            <a:ext cx="1181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70" name="Google Shape;847;p44">
            <a:extLst>
              <a:ext uri="{FF2B5EF4-FFF2-40B4-BE49-F238E27FC236}">
                <a16:creationId xmlns:a16="http://schemas.microsoft.com/office/drawing/2014/main" id="{DB5EDAAC-A2C9-E243-C8BC-56D823282338}"/>
              </a:ext>
            </a:extLst>
          </p:cNvPr>
          <p:cNvSpPr txBox="1"/>
          <p:nvPr/>
        </p:nvSpPr>
        <p:spPr>
          <a:xfrm>
            <a:off x="7938985" y="2487525"/>
            <a:ext cx="14049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Multi-head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71" name="Google Shape;841;p44">
            <a:extLst>
              <a:ext uri="{FF2B5EF4-FFF2-40B4-BE49-F238E27FC236}">
                <a16:creationId xmlns:a16="http://schemas.microsoft.com/office/drawing/2014/main" id="{6B830874-A623-96E8-C810-8C7CF8ADA8F0}"/>
              </a:ext>
            </a:extLst>
          </p:cNvPr>
          <p:cNvSpPr/>
          <p:nvPr/>
        </p:nvSpPr>
        <p:spPr>
          <a:xfrm>
            <a:off x="919475" y="40041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842;p44">
            <a:extLst>
              <a:ext uri="{FF2B5EF4-FFF2-40B4-BE49-F238E27FC236}">
                <a16:creationId xmlns:a16="http://schemas.microsoft.com/office/drawing/2014/main" id="{2D15412C-4FEE-2E32-97AC-6548497BB4A1}"/>
              </a:ext>
            </a:extLst>
          </p:cNvPr>
          <p:cNvSpPr/>
          <p:nvPr/>
        </p:nvSpPr>
        <p:spPr>
          <a:xfrm>
            <a:off x="2825177" y="39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843;p44">
            <a:extLst>
              <a:ext uri="{FF2B5EF4-FFF2-40B4-BE49-F238E27FC236}">
                <a16:creationId xmlns:a16="http://schemas.microsoft.com/office/drawing/2014/main" id="{1FE02392-1EA8-27F2-168C-4509FB4C56A3}"/>
              </a:ext>
            </a:extLst>
          </p:cNvPr>
          <p:cNvSpPr txBox="1"/>
          <p:nvPr/>
        </p:nvSpPr>
        <p:spPr>
          <a:xfrm>
            <a:off x="919763" y="39046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4" name="Google Shape;844;p44">
            <a:extLst>
              <a:ext uri="{FF2B5EF4-FFF2-40B4-BE49-F238E27FC236}">
                <a16:creationId xmlns:a16="http://schemas.microsoft.com/office/drawing/2014/main" id="{5E08BD8D-9611-B8F9-711B-A5488F81F134}"/>
              </a:ext>
            </a:extLst>
          </p:cNvPr>
          <p:cNvSpPr txBox="1"/>
          <p:nvPr/>
        </p:nvSpPr>
        <p:spPr>
          <a:xfrm>
            <a:off x="2853138" y="38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5" name="Google Shape;845;p44">
            <a:extLst>
              <a:ext uri="{FF2B5EF4-FFF2-40B4-BE49-F238E27FC236}">
                <a16:creationId xmlns:a16="http://schemas.microsoft.com/office/drawing/2014/main" id="{87747886-801D-AE94-BB96-FF1BBFB7C6AA}"/>
              </a:ext>
            </a:extLst>
          </p:cNvPr>
          <p:cNvSpPr/>
          <p:nvPr/>
        </p:nvSpPr>
        <p:spPr>
          <a:xfrm>
            <a:off x="38810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846;p44">
            <a:extLst>
              <a:ext uri="{FF2B5EF4-FFF2-40B4-BE49-F238E27FC236}">
                <a16:creationId xmlns:a16="http://schemas.microsoft.com/office/drawing/2014/main" id="{EA9346E9-0A23-4839-6CE6-F0FBE0E7F0EF}"/>
              </a:ext>
            </a:extLst>
          </p:cNvPr>
          <p:cNvSpPr txBox="1"/>
          <p:nvPr/>
        </p:nvSpPr>
        <p:spPr>
          <a:xfrm>
            <a:off x="388713" y="2496113"/>
            <a:ext cx="52015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77" name="Google Shape;848;p44">
            <a:extLst>
              <a:ext uri="{FF2B5EF4-FFF2-40B4-BE49-F238E27FC236}">
                <a16:creationId xmlns:a16="http://schemas.microsoft.com/office/drawing/2014/main" id="{C2404103-9B94-2303-CCCA-683CD75BD1B0}"/>
              </a:ext>
            </a:extLst>
          </p:cNvPr>
          <p:cNvSpPr/>
          <p:nvPr/>
        </p:nvSpPr>
        <p:spPr>
          <a:xfrm>
            <a:off x="91867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849;p44">
            <a:extLst>
              <a:ext uri="{FF2B5EF4-FFF2-40B4-BE49-F238E27FC236}">
                <a16:creationId xmlns:a16="http://schemas.microsoft.com/office/drawing/2014/main" id="{E5B68B75-6706-7A3A-ECD9-239FA5AC986F}"/>
              </a:ext>
            </a:extLst>
          </p:cNvPr>
          <p:cNvSpPr txBox="1"/>
          <p:nvPr/>
        </p:nvSpPr>
        <p:spPr>
          <a:xfrm>
            <a:off x="916088" y="2496100"/>
            <a:ext cx="564475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9" name="Google Shape;850;p44">
            <a:extLst>
              <a:ext uri="{FF2B5EF4-FFF2-40B4-BE49-F238E27FC236}">
                <a16:creationId xmlns:a16="http://schemas.microsoft.com/office/drawing/2014/main" id="{3BC7A46D-B16A-C83C-D3F2-577AAE954A32}"/>
              </a:ext>
            </a:extLst>
          </p:cNvPr>
          <p:cNvSpPr/>
          <p:nvPr/>
        </p:nvSpPr>
        <p:spPr>
          <a:xfrm>
            <a:off x="144922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851;p44">
            <a:extLst>
              <a:ext uri="{FF2B5EF4-FFF2-40B4-BE49-F238E27FC236}">
                <a16:creationId xmlns:a16="http://schemas.microsoft.com/office/drawing/2014/main" id="{D7110692-0E96-D6AF-596F-392357FC6C78}"/>
              </a:ext>
            </a:extLst>
          </p:cNvPr>
          <p:cNvSpPr txBox="1"/>
          <p:nvPr/>
        </p:nvSpPr>
        <p:spPr>
          <a:xfrm>
            <a:off x="1449212" y="2484250"/>
            <a:ext cx="504237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81" name="Google Shape;852;p44">
            <a:extLst>
              <a:ext uri="{FF2B5EF4-FFF2-40B4-BE49-F238E27FC236}">
                <a16:creationId xmlns:a16="http://schemas.microsoft.com/office/drawing/2014/main" id="{E7EFFCDC-FD85-2547-C3A7-6807EE127F17}"/>
              </a:ext>
            </a:extLst>
          </p:cNvPr>
          <p:cNvSpPr/>
          <p:nvPr/>
        </p:nvSpPr>
        <p:spPr>
          <a:xfrm>
            <a:off x="22858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853;p44">
            <a:extLst>
              <a:ext uri="{FF2B5EF4-FFF2-40B4-BE49-F238E27FC236}">
                <a16:creationId xmlns:a16="http://schemas.microsoft.com/office/drawing/2014/main" id="{4869FDB5-6E36-1817-344D-0D1DA9CA41E4}"/>
              </a:ext>
            </a:extLst>
          </p:cNvPr>
          <p:cNvSpPr txBox="1"/>
          <p:nvPr/>
        </p:nvSpPr>
        <p:spPr>
          <a:xfrm>
            <a:off x="2286424" y="2496113"/>
            <a:ext cx="521101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83" name="Google Shape;854;p44">
            <a:extLst>
              <a:ext uri="{FF2B5EF4-FFF2-40B4-BE49-F238E27FC236}">
                <a16:creationId xmlns:a16="http://schemas.microsoft.com/office/drawing/2014/main" id="{F5236E9D-FDA0-3239-A967-DD2D184C6A4D}"/>
              </a:ext>
            </a:extLst>
          </p:cNvPr>
          <p:cNvSpPr/>
          <p:nvPr/>
        </p:nvSpPr>
        <p:spPr>
          <a:xfrm>
            <a:off x="28163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855;p44">
            <a:extLst>
              <a:ext uri="{FF2B5EF4-FFF2-40B4-BE49-F238E27FC236}">
                <a16:creationId xmlns:a16="http://schemas.microsoft.com/office/drawing/2014/main" id="{06CE38E4-BECB-7097-5EBF-9D198F7351FF}"/>
              </a:ext>
            </a:extLst>
          </p:cNvPr>
          <p:cNvSpPr txBox="1"/>
          <p:nvPr/>
        </p:nvSpPr>
        <p:spPr>
          <a:xfrm>
            <a:off x="2807050" y="2496100"/>
            <a:ext cx="571225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85" name="Google Shape;856;p44">
            <a:extLst>
              <a:ext uri="{FF2B5EF4-FFF2-40B4-BE49-F238E27FC236}">
                <a16:creationId xmlns:a16="http://schemas.microsoft.com/office/drawing/2014/main" id="{720665F0-D1A0-7914-8E11-F2338F24D956}"/>
              </a:ext>
            </a:extLst>
          </p:cNvPr>
          <p:cNvSpPr/>
          <p:nvPr/>
        </p:nvSpPr>
        <p:spPr>
          <a:xfrm>
            <a:off x="33469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857;p44">
            <a:extLst>
              <a:ext uri="{FF2B5EF4-FFF2-40B4-BE49-F238E27FC236}">
                <a16:creationId xmlns:a16="http://schemas.microsoft.com/office/drawing/2014/main" id="{8F4173A2-5004-C91F-F3CF-783863D09BD1}"/>
              </a:ext>
            </a:extLst>
          </p:cNvPr>
          <p:cNvSpPr txBox="1"/>
          <p:nvPr/>
        </p:nvSpPr>
        <p:spPr>
          <a:xfrm>
            <a:off x="3346924" y="2484250"/>
            <a:ext cx="519763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87" name="Google Shape;858;p44">
            <a:extLst>
              <a:ext uri="{FF2B5EF4-FFF2-40B4-BE49-F238E27FC236}">
                <a16:creationId xmlns:a16="http://schemas.microsoft.com/office/drawing/2014/main" id="{50AE5448-DD33-E2CF-21D7-13CB1AEFA243}"/>
              </a:ext>
            </a:extLst>
          </p:cNvPr>
          <p:cNvSpPr/>
          <p:nvPr/>
        </p:nvSpPr>
        <p:spPr>
          <a:xfrm>
            <a:off x="420925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859;p44">
            <a:extLst>
              <a:ext uri="{FF2B5EF4-FFF2-40B4-BE49-F238E27FC236}">
                <a16:creationId xmlns:a16="http://schemas.microsoft.com/office/drawing/2014/main" id="{7CB85DBF-E4C6-58A8-9B22-62323A447550}"/>
              </a:ext>
            </a:extLst>
          </p:cNvPr>
          <p:cNvSpPr txBox="1"/>
          <p:nvPr/>
        </p:nvSpPr>
        <p:spPr>
          <a:xfrm>
            <a:off x="4209863" y="2496113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89" name="Google Shape;860;p44">
            <a:extLst>
              <a:ext uri="{FF2B5EF4-FFF2-40B4-BE49-F238E27FC236}">
                <a16:creationId xmlns:a16="http://schemas.microsoft.com/office/drawing/2014/main" id="{DB16E00B-CFBE-86F2-E711-5B406632B005}"/>
              </a:ext>
            </a:extLst>
          </p:cNvPr>
          <p:cNvSpPr/>
          <p:nvPr/>
        </p:nvSpPr>
        <p:spPr>
          <a:xfrm>
            <a:off x="473982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861;p44">
            <a:extLst>
              <a:ext uri="{FF2B5EF4-FFF2-40B4-BE49-F238E27FC236}">
                <a16:creationId xmlns:a16="http://schemas.microsoft.com/office/drawing/2014/main" id="{793A9475-C841-84DF-24C4-89A103E3DD65}"/>
              </a:ext>
            </a:extLst>
          </p:cNvPr>
          <p:cNvSpPr txBox="1"/>
          <p:nvPr/>
        </p:nvSpPr>
        <p:spPr>
          <a:xfrm>
            <a:off x="4725982" y="2496100"/>
            <a:ext cx="575731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91" name="Google Shape;862;p44">
            <a:extLst>
              <a:ext uri="{FF2B5EF4-FFF2-40B4-BE49-F238E27FC236}">
                <a16:creationId xmlns:a16="http://schemas.microsoft.com/office/drawing/2014/main" id="{28E7F3B6-C976-E946-479B-D62132D33DC2}"/>
              </a:ext>
            </a:extLst>
          </p:cNvPr>
          <p:cNvSpPr/>
          <p:nvPr/>
        </p:nvSpPr>
        <p:spPr>
          <a:xfrm>
            <a:off x="527037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863;p44">
            <a:extLst>
              <a:ext uri="{FF2B5EF4-FFF2-40B4-BE49-F238E27FC236}">
                <a16:creationId xmlns:a16="http://schemas.microsoft.com/office/drawing/2014/main" id="{0C11B87D-510A-70B0-8638-768F3A641821}"/>
              </a:ext>
            </a:extLst>
          </p:cNvPr>
          <p:cNvSpPr txBox="1"/>
          <p:nvPr/>
        </p:nvSpPr>
        <p:spPr>
          <a:xfrm>
            <a:off x="5270363" y="2484250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93" name="Google Shape;864;p44">
            <a:extLst>
              <a:ext uri="{FF2B5EF4-FFF2-40B4-BE49-F238E27FC236}">
                <a16:creationId xmlns:a16="http://schemas.microsoft.com/office/drawing/2014/main" id="{976BB41F-B3DD-E678-181B-D0D0BED6AC98}"/>
              </a:ext>
            </a:extLst>
          </p:cNvPr>
          <p:cNvSpPr/>
          <p:nvPr/>
        </p:nvSpPr>
        <p:spPr>
          <a:xfrm>
            <a:off x="4746215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865;p44">
            <a:extLst>
              <a:ext uri="{FF2B5EF4-FFF2-40B4-BE49-F238E27FC236}">
                <a16:creationId xmlns:a16="http://schemas.microsoft.com/office/drawing/2014/main" id="{08F32604-D67D-4614-28F2-9E141DE318C8}"/>
              </a:ext>
            </a:extLst>
          </p:cNvPr>
          <p:cNvSpPr txBox="1"/>
          <p:nvPr/>
        </p:nvSpPr>
        <p:spPr>
          <a:xfrm>
            <a:off x="4774175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5" name="Google Shape;866;p44">
            <a:extLst>
              <a:ext uri="{FF2B5EF4-FFF2-40B4-BE49-F238E27FC236}">
                <a16:creationId xmlns:a16="http://schemas.microsoft.com/office/drawing/2014/main" id="{FA83102E-3B9E-FF00-9092-948D9D1EBB7B}"/>
              </a:ext>
            </a:extLst>
          </p:cNvPr>
          <p:cNvSpPr/>
          <p:nvPr/>
        </p:nvSpPr>
        <p:spPr>
          <a:xfrm>
            <a:off x="60812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867;p44">
            <a:extLst>
              <a:ext uri="{FF2B5EF4-FFF2-40B4-BE49-F238E27FC236}">
                <a16:creationId xmlns:a16="http://schemas.microsoft.com/office/drawing/2014/main" id="{B3661D70-9DA0-A557-760E-BBB1CF9C91A5}"/>
              </a:ext>
            </a:extLst>
          </p:cNvPr>
          <p:cNvSpPr txBox="1"/>
          <p:nvPr/>
        </p:nvSpPr>
        <p:spPr>
          <a:xfrm>
            <a:off x="6081825" y="2496113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97" name="Google Shape;868;p44">
            <a:extLst>
              <a:ext uri="{FF2B5EF4-FFF2-40B4-BE49-F238E27FC236}">
                <a16:creationId xmlns:a16="http://schemas.microsoft.com/office/drawing/2014/main" id="{097F3934-AF49-83AD-1FC2-89F3C22D593D}"/>
              </a:ext>
            </a:extLst>
          </p:cNvPr>
          <p:cNvSpPr/>
          <p:nvPr/>
        </p:nvSpPr>
        <p:spPr>
          <a:xfrm>
            <a:off x="66117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869;p44">
            <a:extLst>
              <a:ext uri="{FF2B5EF4-FFF2-40B4-BE49-F238E27FC236}">
                <a16:creationId xmlns:a16="http://schemas.microsoft.com/office/drawing/2014/main" id="{A335F954-6905-7E8A-7EDA-498B34CA2D09}"/>
              </a:ext>
            </a:extLst>
          </p:cNvPr>
          <p:cNvSpPr txBox="1"/>
          <p:nvPr/>
        </p:nvSpPr>
        <p:spPr>
          <a:xfrm>
            <a:off x="6618177" y="2496100"/>
            <a:ext cx="555498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99" name="Google Shape;870;p44">
            <a:extLst>
              <a:ext uri="{FF2B5EF4-FFF2-40B4-BE49-F238E27FC236}">
                <a16:creationId xmlns:a16="http://schemas.microsoft.com/office/drawing/2014/main" id="{3671A0F2-186E-078D-AA9D-4F5293DB0CB7}"/>
              </a:ext>
            </a:extLst>
          </p:cNvPr>
          <p:cNvSpPr/>
          <p:nvPr/>
        </p:nvSpPr>
        <p:spPr>
          <a:xfrm>
            <a:off x="71423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871;p44">
            <a:extLst>
              <a:ext uri="{FF2B5EF4-FFF2-40B4-BE49-F238E27FC236}">
                <a16:creationId xmlns:a16="http://schemas.microsoft.com/office/drawing/2014/main" id="{9A2F4FFA-D34A-191D-762E-314A8D2F3FE3}"/>
              </a:ext>
            </a:extLst>
          </p:cNvPr>
          <p:cNvSpPr txBox="1"/>
          <p:nvPr/>
        </p:nvSpPr>
        <p:spPr>
          <a:xfrm>
            <a:off x="7142325" y="2484250"/>
            <a:ext cx="49570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201" name="Google Shape;872;p44">
            <a:extLst>
              <a:ext uri="{FF2B5EF4-FFF2-40B4-BE49-F238E27FC236}">
                <a16:creationId xmlns:a16="http://schemas.microsoft.com/office/drawing/2014/main" id="{5E684A23-1467-62A6-9D6A-9BDDB16D49BE}"/>
              </a:ext>
            </a:extLst>
          </p:cNvPr>
          <p:cNvSpPr/>
          <p:nvPr/>
        </p:nvSpPr>
        <p:spPr>
          <a:xfrm>
            <a:off x="6618177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873;p44">
            <a:extLst>
              <a:ext uri="{FF2B5EF4-FFF2-40B4-BE49-F238E27FC236}">
                <a16:creationId xmlns:a16="http://schemas.microsoft.com/office/drawing/2014/main" id="{ADB6CEC0-D737-D011-0EAE-6F0B3CCAC1FE}"/>
              </a:ext>
            </a:extLst>
          </p:cNvPr>
          <p:cNvSpPr txBox="1"/>
          <p:nvPr/>
        </p:nvSpPr>
        <p:spPr>
          <a:xfrm>
            <a:off x="6646138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203" name="Google Shape;874;p44">
            <a:extLst>
              <a:ext uri="{FF2B5EF4-FFF2-40B4-BE49-F238E27FC236}">
                <a16:creationId xmlns:a16="http://schemas.microsoft.com/office/drawing/2014/main" id="{21BCA146-BB74-55E1-1491-953E550D126D}"/>
              </a:ext>
            </a:extLst>
          </p:cNvPr>
          <p:cNvCxnSpPr>
            <a:cxnSpLocks/>
            <a:stCxn id="1176" idx="2"/>
            <a:endCxn id="1173" idx="0"/>
          </p:cNvCxnSpPr>
          <p:nvPr/>
        </p:nvCxnSpPr>
        <p:spPr>
          <a:xfrm>
            <a:off x="648788" y="2911613"/>
            <a:ext cx="513675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4" name="Google Shape;875;p44">
            <a:extLst>
              <a:ext uri="{FF2B5EF4-FFF2-40B4-BE49-F238E27FC236}">
                <a16:creationId xmlns:a16="http://schemas.microsoft.com/office/drawing/2014/main" id="{DC3B9C08-96F5-4FD6-5BF1-25017C43A476}"/>
              </a:ext>
            </a:extLst>
          </p:cNvPr>
          <p:cNvCxnSpPr>
            <a:cxnSpLocks/>
            <a:stCxn id="1176" idx="2"/>
            <a:endCxn id="1174" idx="0"/>
          </p:cNvCxnSpPr>
          <p:nvPr/>
        </p:nvCxnSpPr>
        <p:spPr>
          <a:xfrm>
            <a:off x="648788" y="2911613"/>
            <a:ext cx="2447050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876;p44">
            <a:extLst>
              <a:ext uri="{FF2B5EF4-FFF2-40B4-BE49-F238E27FC236}">
                <a16:creationId xmlns:a16="http://schemas.microsoft.com/office/drawing/2014/main" id="{BDAF9396-1027-2C1E-90B1-7B0AE7A670D2}"/>
              </a:ext>
            </a:extLst>
          </p:cNvPr>
          <p:cNvCxnSpPr>
            <a:cxnSpLocks/>
            <a:stCxn id="1176" idx="2"/>
            <a:endCxn id="1194" idx="0"/>
          </p:cNvCxnSpPr>
          <p:nvPr/>
        </p:nvCxnSpPr>
        <p:spPr>
          <a:xfrm>
            <a:off x="648788" y="2911613"/>
            <a:ext cx="4368087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6" name="Google Shape;877;p44">
            <a:extLst>
              <a:ext uri="{FF2B5EF4-FFF2-40B4-BE49-F238E27FC236}">
                <a16:creationId xmlns:a16="http://schemas.microsoft.com/office/drawing/2014/main" id="{1031A38F-776B-24F0-AF8B-BBB95E4351C8}"/>
              </a:ext>
            </a:extLst>
          </p:cNvPr>
          <p:cNvCxnSpPr>
            <a:cxnSpLocks/>
            <a:stCxn id="1176" idx="2"/>
            <a:endCxn id="1202" idx="0"/>
          </p:cNvCxnSpPr>
          <p:nvPr/>
        </p:nvCxnSpPr>
        <p:spPr>
          <a:xfrm>
            <a:off x="648788" y="2911613"/>
            <a:ext cx="6240050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7" name="Google Shape;878;p44">
            <a:extLst>
              <a:ext uri="{FF2B5EF4-FFF2-40B4-BE49-F238E27FC236}">
                <a16:creationId xmlns:a16="http://schemas.microsoft.com/office/drawing/2014/main" id="{5C4EC12B-8CE2-AC3A-7583-24232B0ECAF7}"/>
              </a:ext>
            </a:extLst>
          </p:cNvPr>
          <p:cNvCxnSpPr>
            <a:cxnSpLocks/>
            <a:stCxn id="1180" idx="2"/>
            <a:endCxn id="1173" idx="0"/>
          </p:cNvCxnSpPr>
          <p:nvPr/>
        </p:nvCxnSpPr>
        <p:spPr>
          <a:xfrm flipH="1">
            <a:off x="1162463" y="2899750"/>
            <a:ext cx="538868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8" name="Google Shape;879;p44">
            <a:extLst>
              <a:ext uri="{FF2B5EF4-FFF2-40B4-BE49-F238E27FC236}">
                <a16:creationId xmlns:a16="http://schemas.microsoft.com/office/drawing/2014/main" id="{164E08E9-9509-66D4-A50A-383A479B1783}"/>
              </a:ext>
            </a:extLst>
          </p:cNvPr>
          <p:cNvCxnSpPr>
            <a:cxnSpLocks/>
            <a:stCxn id="1178" idx="2"/>
            <a:endCxn id="1173" idx="0"/>
          </p:cNvCxnSpPr>
          <p:nvPr/>
        </p:nvCxnSpPr>
        <p:spPr>
          <a:xfrm flipH="1">
            <a:off x="1162463" y="2911600"/>
            <a:ext cx="35863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9" name="Google Shape;880;p44">
            <a:extLst>
              <a:ext uri="{FF2B5EF4-FFF2-40B4-BE49-F238E27FC236}">
                <a16:creationId xmlns:a16="http://schemas.microsoft.com/office/drawing/2014/main" id="{4F6F1AC9-21D2-395F-1525-B72A96A3C91C}"/>
              </a:ext>
            </a:extLst>
          </p:cNvPr>
          <p:cNvCxnSpPr>
            <a:cxnSpLocks/>
            <a:stCxn id="1178" idx="2"/>
            <a:endCxn id="1174" idx="0"/>
          </p:cNvCxnSpPr>
          <p:nvPr/>
        </p:nvCxnSpPr>
        <p:spPr>
          <a:xfrm>
            <a:off x="1198326" y="2911600"/>
            <a:ext cx="1897512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0" name="Google Shape;881;p44">
            <a:extLst>
              <a:ext uri="{FF2B5EF4-FFF2-40B4-BE49-F238E27FC236}">
                <a16:creationId xmlns:a16="http://schemas.microsoft.com/office/drawing/2014/main" id="{D4E0AAA0-41E7-D009-4EF4-6E8945B6AF76}"/>
              </a:ext>
            </a:extLst>
          </p:cNvPr>
          <p:cNvCxnSpPr>
            <a:cxnSpLocks/>
            <a:stCxn id="1178" idx="2"/>
            <a:endCxn id="1194" idx="0"/>
          </p:cNvCxnSpPr>
          <p:nvPr/>
        </p:nvCxnSpPr>
        <p:spPr>
          <a:xfrm>
            <a:off x="1198326" y="2911600"/>
            <a:ext cx="3818549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1" name="Google Shape;882;p44">
            <a:extLst>
              <a:ext uri="{FF2B5EF4-FFF2-40B4-BE49-F238E27FC236}">
                <a16:creationId xmlns:a16="http://schemas.microsoft.com/office/drawing/2014/main" id="{60D4109D-47AD-1AE6-45AB-CFD22FB313D4}"/>
              </a:ext>
            </a:extLst>
          </p:cNvPr>
          <p:cNvCxnSpPr>
            <a:cxnSpLocks/>
            <a:stCxn id="1178" idx="2"/>
            <a:endCxn id="1202" idx="0"/>
          </p:cNvCxnSpPr>
          <p:nvPr/>
        </p:nvCxnSpPr>
        <p:spPr>
          <a:xfrm>
            <a:off x="1198326" y="2911600"/>
            <a:ext cx="5690512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2" name="Google Shape;883;p44">
            <a:extLst>
              <a:ext uri="{FF2B5EF4-FFF2-40B4-BE49-F238E27FC236}">
                <a16:creationId xmlns:a16="http://schemas.microsoft.com/office/drawing/2014/main" id="{FA41D204-0438-0F4B-B651-0898437FD3CC}"/>
              </a:ext>
            </a:extLst>
          </p:cNvPr>
          <p:cNvCxnSpPr>
            <a:cxnSpLocks/>
            <a:stCxn id="1180" idx="2"/>
            <a:endCxn id="1174" idx="0"/>
          </p:cNvCxnSpPr>
          <p:nvPr/>
        </p:nvCxnSpPr>
        <p:spPr>
          <a:xfrm>
            <a:off x="1701331" y="2899750"/>
            <a:ext cx="1394507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884;p44">
            <a:extLst>
              <a:ext uri="{FF2B5EF4-FFF2-40B4-BE49-F238E27FC236}">
                <a16:creationId xmlns:a16="http://schemas.microsoft.com/office/drawing/2014/main" id="{B50A889C-B75C-CAEE-5BA3-99D98091EC5F}"/>
              </a:ext>
            </a:extLst>
          </p:cNvPr>
          <p:cNvCxnSpPr>
            <a:cxnSpLocks/>
            <a:stCxn id="1173" idx="0"/>
            <a:endCxn id="1182" idx="2"/>
          </p:cNvCxnSpPr>
          <p:nvPr/>
        </p:nvCxnSpPr>
        <p:spPr>
          <a:xfrm flipV="1">
            <a:off x="1162463" y="2911613"/>
            <a:ext cx="1384512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885;p44">
            <a:extLst>
              <a:ext uri="{FF2B5EF4-FFF2-40B4-BE49-F238E27FC236}">
                <a16:creationId xmlns:a16="http://schemas.microsoft.com/office/drawing/2014/main" id="{2CC9138D-F820-7E77-FC4A-107799E84F44}"/>
              </a:ext>
            </a:extLst>
          </p:cNvPr>
          <p:cNvCxnSpPr>
            <a:cxnSpLocks/>
            <a:stCxn id="1180" idx="2"/>
            <a:endCxn id="1194" idx="0"/>
          </p:cNvCxnSpPr>
          <p:nvPr/>
        </p:nvCxnSpPr>
        <p:spPr>
          <a:xfrm>
            <a:off x="1701331" y="2899750"/>
            <a:ext cx="3315544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886;p44">
            <a:extLst>
              <a:ext uri="{FF2B5EF4-FFF2-40B4-BE49-F238E27FC236}">
                <a16:creationId xmlns:a16="http://schemas.microsoft.com/office/drawing/2014/main" id="{3F950375-C2A9-BE90-364B-B93E30969948}"/>
              </a:ext>
            </a:extLst>
          </p:cNvPr>
          <p:cNvCxnSpPr>
            <a:cxnSpLocks/>
            <a:stCxn id="1180" idx="2"/>
            <a:endCxn id="1202" idx="0"/>
          </p:cNvCxnSpPr>
          <p:nvPr/>
        </p:nvCxnSpPr>
        <p:spPr>
          <a:xfrm>
            <a:off x="1701331" y="2899750"/>
            <a:ext cx="5187507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887;p44">
            <a:extLst>
              <a:ext uri="{FF2B5EF4-FFF2-40B4-BE49-F238E27FC236}">
                <a16:creationId xmlns:a16="http://schemas.microsoft.com/office/drawing/2014/main" id="{127A1041-5E95-7247-E4D8-75149FEE0E74}"/>
              </a:ext>
            </a:extLst>
          </p:cNvPr>
          <p:cNvCxnSpPr>
            <a:cxnSpLocks/>
            <a:stCxn id="1182" idx="2"/>
            <a:endCxn id="1174" idx="0"/>
          </p:cNvCxnSpPr>
          <p:nvPr/>
        </p:nvCxnSpPr>
        <p:spPr>
          <a:xfrm>
            <a:off x="2546975" y="2911613"/>
            <a:ext cx="548863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888;p44">
            <a:extLst>
              <a:ext uri="{FF2B5EF4-FFF2-40B4-BE49-F238E27FC236}">
                <a16:creationId xmlns:a16="http://schemas.microsoft.com/office/drawing/2014/main" id="{F631351D-E6CE-8763-06A3-6A3FE6BAFFA9}"/>
              </a:ext>
            </a:extLst>
          </p:cNvPr>
          <p:cNvCxnSpPr>
            <a:cxnSpLocks/>
            <a:stCxn id="1182" idx="2"/>
            <a:endCxn id="1194" idx="0"/>
          </p:cNvCxnSpPr>
          <p:nvPr/>
        </p:nvCxnSpPr>
        <p:spPr>
          <a:xfrm>
            <a:off x="2546975" y="2911613"/>
            <a:ext cx="2469900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Google Shape;889;p44">
            <a:extLst>
              <a:ext uri="{FF2B5EF4-FFF2-40B4-BE49-F238E27FC236}">
                <a16:creationId xmlns:a16="http://schemas.microsoft.com/office/drawing/2014/main" id="{BB1E0542-10D9-107A-A141-684D311AC6EA}"/>
              </a:ext>
            </a:extLst>
          </p:cNvPr>
          <p:cNvCxnSpPr>
            <a:cxnSpLocks/>
            <a:stCxn id="1182" idx="2"/>
            <a:endCxn id="1202" idx="0"/>
          </p:cNvCxnSpPr>
          <p:nvPr/>
        </p:nvCxnSpPr>
        <p:spPr>
          <a:xfrm>
            <a:off x="2546975" y="2911613"/>
            <a:ext cx="4341863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890;p44">
            <a:extLst>
              <a:ext uri="{FF2B5EF4-FFF2-40B4-BE49-F238E27FC236}">
                <a16:creationId xmlns:a16="http://schemas.microsoft.com/office/drawing/2014/main" id="{670315D6-FEA3-AAA5-B2F6-8D254B9B4109}"/>
              </a:ext>
            </a:extLst>
          </p:cNvPr>
          <p:cNvCxnSpPr>
            <a:cxnSpLocks/>
            <a:stCxn id="1184" idx="2"/>
            <a:endCxn id="1174" idx="0"/>
          </p:cNvCxnSpPr>
          <p:nvPr/>
        </p:nvCxnSpPr>
        <p:spPr>
          <a:xfrm>
            <a:off x="3092663" y="2911600"/>
            <a:ext cx="3175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Google Shape;891;p44">
            <a:extLst>
              <a:ext uri="{FF2B5EF4-FFF2-40B4-BE49-F238E27FC236}">
                <a16:creationId xmlns:a16="http://schemas.microsoft.com/office/drawing/2014/main" id="{7D0A6D75-5189-EB2C-ABC7-2C9333809FD4}"/>
              </a:ext>
            </a:extLst>
          </p:cNvPr>
          <p:cNvCxnSpPr>
            <a:cxnSpLocks/>
            <a:stCxn id="1186" idx="2"/>
            <a:endCxn id="1174" idx="0"/>
          </p:cNvCxnSpPr>
          <p:nvPr/>
        </p:nvCxnSpPr>
        <p:spPr>
          <a:xfrm flipH="1">
            <a:off x="3095838" y="2899750"/>
            <a:ext cx="510968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892;p44">
            <a:extLst>
              <a:ext uri="{FF2B5EF4-FFF2-40B4-BE49-F238E27FC236}">
                <a16:creationId xmlns:a16="http://schemas.microsoft.com/office/drawing/2014/main" id="{6ABBE75F-CD8A-F5D8-A681-489676C78611}"/>
              </a:ext>
            </a:extLst>
          </p:cNvPr>
          <p:cNvCxnSpPr>
            <a:cxnSpLocks/>
            <a:stCxn id="1188" idx="2"/>
            <a:endCxn id="1174" idx="0"/>
          </p:cNvCxnSpPr>
          <p:nvPr/>
        </p:nvCxnSpPr>
        <p:spPr>
          <a:xfrm flipH="1">
            <a:off x="3095838" y="2911613"/>
            <a:ext cx="1361876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2" name="Google Shape;893;p44">
            <a:extLst>
              <a:ext uri="{FF2B5EF4-FFF2-40B4-BE49-F238E27FC236}">
                <a16:creationId xmlns:a16="http://schemas.microsoft.com/office/drawing/2014/main" id="{5C32FDFA-11B6-B197-F427-6DBF5123DAE7}"/>
              </a:ext>
            </a:extLst>
          </p:cNvPr>
          <p:cNvCxnSpPr>
            <a:cxnSpLocks/>
            <a:stCxn id="1188" idx="2"/>
            <a:endCxn id="1194" idx="0"/>
          </p:cNvCxnSpPr>
          <p:nvPr/>
        </p:nvCxnSpPr>
        <p:spPr>
          <a:xfrm>
            <a:off x="4457714" y="2911613"/>
            <a:ext cx="559161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895;p44">
            <a:extLst>
              <a:ext uri="{FF2B5EF4-FFF2-40B4-BE49-F238E27FC236}">
                <a16:creationId xmlns:a16="http://schemas.microsoft.com/office/drawing/2014/main" id="{DC8705E5-6CB2-EA9D-544A-130FEED95603}"/>
              </a:ext>
            </a:extLst>
          </p:cNvPr>
          <p:cNvCxnSpPr>
            <a:cxnSpLocks/>
            <a:stCxn id="1184" idx="2"/>
            <a:endCxn id="1173" idx="0"/>
          </p:cNvCxnSpPr>
          <p:nvPr/>
        </p:nvCxnSpPr>
        <p:spPr>
          <a:xfrm flipH="1">
            <a:off x="1162463" y="2911600"/>
            <a:ext cx="1930200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4" name="Google Shape;896;p44">
            <a:extLst>
              <a:ext uri="{FF2B5EF4-FFF2-40B4-BE49-F238E27FC236}">
                <a16:creationId xmlns:a16="http://schemas.microsoft.com/office/drawing/2014/main" id="{2E28C216-3A2F-99CC-3E94-9AD8C8160C7D}"/>
              </a:ext>
            </a:extLst>
          </p:cNvPr>
          <p:cNvCxnSpPr>
            <a:cxnSpLocks/>
            <a:stCxn id="1184" idx="2"/>
            <a:endCxn id="1194" idx="0"/>
          </p:cNvCxnSpPr>
          <p:nvPr/>
        </p:nvCxnSpPr>
        <p:spPr>
          <a:xfrm>
            <a:off x="3092663" y="2911600"/>
            <a:ext cx="1924212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5" name="Google Shape;897;p44">
            <a:extLst>
              <a:ext uri="{FF2B5EF4-FFF2-40B4-BE49-F238E27FC236}">
                <a16:creationId xmlns:a16="http://schemas.microsoft.com/office/drawing/2014/main" id="{448B6EEB-37DA-FBED-7BC4-E80D13E941C2}"/>
              </a:ext>
            </a:extLst>
          </p:cNvPr>
          <p:cNvCxnSpPr>
            <a:cxnSpLocks/>
            <a:stCxn id="1184" idx="2"/>
            <a:endCxn id="1202" idx="0"/>
          </p:cNvCxnSpPr>
          <p:nvPr/>
        </p:nvCxnSpPr>
        <p:spPr>
          <a:xfrm>
            <a:off x="3092663" y="2911600"/>
            <a:ext cx="3796175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6" name="Google Shape;898;p44">
            <a:extLst>
              <a:ext uri="{FF2B5EF4-FFF2-40B4-BE49-F238E27FC236}">
                <a16:creationId xmlns:a16="http://schemas.microsoft.com/office/drawing/2014/main" id="{A5219719-DE22-267E-2814-830FD0A82C31}"/>
              </a:ext>
            </a:extLst>
          </p:cNvPr>
          <p:cNvCxnSpPr>
            <a:cxnSpLocks/>
            <a:stCxn id="1188" idx="2"/>
            <a:endCxn id="1173" idx="0"/>
          </p:cNvCxnSpPr>
          <p:nvPr/>
        </p:nvCxnSpPr>
        <p:spPr>
          <a:xfrm flipH="1">
            <a:off x="1162463" y="2911613"/>
            <a:ext cx="3295251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7" name="Google Shape;899;p44">
            <a:extLst>
              <a:ext uri="{FF2B5EF4-FFF2-40B4-BE49-F238E27FC236}">
                <a16:creationId xmlns:a16="http://schemas.microsoft.com/office/drawing/2014/main" id="{28166134-0A42-67D6-12A2-A4D41A7E3077}"/>
              </a:ext>
            </a:extLst>
          </p:cNvPr>
          <p:cNvCxnSpPr>
            <a:cxnSpLocks/>
            <a:stCxn id="1186" idx="2"/>
            <a:endCxn id="1173" idx="0"/>
          </p:cNvCxnSpPr>
          <p:nvPr/>
        </p:nvCxnSpPr>
        <p:spPr>
          <a:xfrm flipH="1">
            <a:off x="1162463" y="2899750"/>
            <a:ext cx="2444343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8" name="Google Shape;900;p44">
            <a:extLst>
              <a:ext uri="{FF2B5EF4-FFF2-40B4-BE49-F238E27FC236}">
                <a16:creationId xmlns:a16="http://schemas.microsoft.com/office/drawing/2014/main" id="{23C5312E-9D93-2DF2-5AB6-B7CADA350639}"/>
              </a:ext>
            </a:extLst>
          </p:cNvPr>
          <p:cNvCxnSpPr>
            <a:cxnSpLocks/>
            <a:stCxn id="1186" idx="2"/>
            <a:endCxn id="1194" idx="0"/>
          </p:cNvCxnSpPr>
          <p:nvPr/>
        </p:nvCxnSpPr>
        <p:spPr>
          <a:xfrm>
            <a:off x="3606806" y="2899750"/>
            <a:ext cx="1410069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901;p44">
            <a:extLst>
              <a:ext uri="{FF2B5EF4-FFF2-40B4-BE49-F238E27FC236}">
                <a16:creationId xmlns:a16="http://schemas.microsoft.com/office/drawing/2014/main" id="{F70A7F4A-9A95-0339-1554-1819ABCC9B5E}"/>
              </a:ext>
            </a:extLst>
          </p:cNvPr>
          <p:cNvCxnSpPr>
            <a:cxnSpLocks/>
            <a:stCxn id="1186" idx="2"/>
            <a:endCxn id="1202" idx="0"/>
          </p:cNvCxnSpPr>
          <p:nvPr/>
        </p:nvCxnSpPr>
        <p:spPr>
          <a:xfrm>
            <a:off x="3606806" y="2899750"/>
            <a:ext cx="3282032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902;p44">
            <a:extLst>
              <a:ext uri="{FF2B5EF4-FFF2-40B4-BE49-F238E27FC236}">
                <a16:creationId xmlns:a16="http://schemas.microsoft.com/office/drawing/2014/main" id="{D29D9111-A4CB-D133-515A-0DEE5FC0A5A9}"/>
              </a:ext>
            </a:extLst>
          </p:cNvPr>
          <p:cNvCxnSpPr>
            <a:cxnSpLocks/>
            <a:stCxn id="1190" idx="2"/>
            <a:endCxn id="1194" idx="0"/>
          </p:cNvCxnSpPr>
          <p:nvPr/>
        </p:nvCxnSpPr>
        <p:spPr>
          <a:xfrm>
            <a:off x="5013848" y="2911600"/>
            <a:ext cx="3027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1" name="Google Shape;903;p44">
            <a:extLst>
              <a:ext uri="{FF2B5EF4-FFF2-40B4-BE49-F238E27FC236}">
                <a16:creationId xmlns:a16="http://schemas.microsoft.com/office/drawing/2014/main" id="{6819D526-4E9C-2183-61E1-F5D7C1BA1B28}"/>
              </a:ext>
            </a:extLst>
          </p:cNvPr>
          <p:cNvCxnSpPr>
            <a:cxnSpLocks/>
            <a:stCxn id="1188" idx="2"/>
            <a:endCxn id="1202" idx="0"/>
          </p:cNvCxnSpPr>
          <p:nvPr/>
        </p:nvCxnSpPr>
        <p:spPr>
          <a:xfrm>
            <a:off x="4457714" y="2911613"/>
            <a:ext cx="2431124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2" name="Google Shape;904;p44">
            <a:extLst>
              <a:ext uri="{FF2B5EF4-FFF2-40B4-BE49-F238E27FC236}">
                <a16:creationId xmlns:a16="http://schemas.microsoft.com/office/drawing/2014/main" id="{4A92D2DE-09D5-7661-4AC2-849557A36B78}"/>
              </a:ext>
            </a:extLst>
          </p:cNvPr>
          <p:cNvCxnSpPr>
            <a:cxnSpLocks/>
            <a:stCxn id="1190" idx="2"/>
            <a:endCxn id="1173" idx="0"/>
          </p:cNvCxnSpPr>
          <p:nvPr/>
        </p:nvCxnSpPr>
        <p:spPr>
          <a:xfrm flipH="1">
            <a:off x="1162463" y="2911600"/>
            <a:ext cx="3851385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3" name="Google Shape;905;p44">
            <a:extLst>
              <a:ext uri="{FF2B5EF4-FFF2-40B4-BE49-F238E27FC236}">
                <a16:creationId xmlns:a16="http://schemas.microsoft.com/office/drawing/2014/main" id="{1D8A43B7-5C9A-A539-E035-4AAF93B26736}"/>
              </a:ext>
            </a:extLst>
          </p:cNvPr>
          <p:cNvCxnSpPr>
            <a:cxnSpLocks/>
            <a:stCxn id="1190" idx="2"/>
            <a:endCxn id="1174" idx="0"/>
          </p:cNvCxnSpPr>
          <p:nvPr/>
        </p:nvCxnSpPr>
        <p:spPr>
          <a:xfrm flipH="1">
            <a:off x="3095838" y="2911600"/>
            <a:ext cx="1918010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4" name="Google Shape;906;p44">
            <a:extLst>
              <a:ext uri="{FF2B5EF4-FFF2-40B4-BE49-F238E27FC236}">
                <a16:creationId xmlns:a16="http://schemas.microsoft.com/office/drawing/2014/main" id="{FEEB55A9-2CCC-812F-0507-EF325332AC12}"/>
              </a:ext>
            </a:extLst>
          </p:cNvPr>
          <p:cNvCxnSpPr>
            <a:cxnSpLocks/>
            <a:stCxn id="1190" idx="2"/>
            <a:endCxn id="1202" idx="0"/>
          </p:cNvCxnSpPr>
          <p:nvPr/>
        </p:nvCxnSpPr>
        <p:spPr>
          <a:xfrm>
            <a:off x="5013848" y="2911600"/>
            <a:ext cx="1874990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5" name="Google Shape;907;p44">
            <a:extLst>
              <a:ext uri="{FF2B5EF4-FFF2-40B4-BE49-F238E27FC236}">
                <a16:creationId xmlns:a16="http://schemas.microsoft.com/office/drawing/2014/main" id="{8BF04A66-5184-9BFF-0611-05396AF5AB61}"/>
              </a:ext>
            </a:extLst>
          </p:cNvPr>
          <p:cNvCxnSpPr>
            <a:cxnSpLocks/>
            <a:stCxn id="1192" idx="2"/>
            <a:endCxn id="1173" idx="0"/>
          </p:cNvCxnSpPr>
          <p:nvPr/>
        </p:nvCxnSpPr>
        <p:spPr>
          <a:xfrm flipH="1">
            <a:off x="1162463" y="2899750"/>
            <a:ext cx="4355751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6" name="Google Shape;908;p44">
            <a:extLst>
              <a:ext uri="{FF2B5EF4-FFF2-40B4-BE49-F238E27FC236}">
                <a16:creationId xmlns:a16="http://schemas.microsoft.com/office/drawing/2014/main" id="{3297FE79-044B-D2C5-50C7-343B3D21A7EF}"/>
              </a:ext>
            </a:extLst>
          </p:cNvPr>
          <p:cNvCxnSpPr>
            <a:cxnSpLocks/>
            <a:stCxn id="1192" idx="2"/>
            <a:endCxn id="1174" idx="0"/>
          </p:cNvCxnSpPr>
          <p:nvPr/>
        </p:nvCxnSpPr>
        <p:spPr>
          <a:xfrm flipH="1">
            <a:off x="3095838" y="2899750"/>
            <a:ext cx="2422376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7" name="Google Shape;909;p44">
            <a:extLst>
              <a:ext uri="{FF2B5EF4-FFF2-40B4-BE49-F238E27FC236}">
                <a16:creationId xmlns:a16="http://schemas.microsoft.com/office/drawing/2014/main" id="{EB8B7783-6E23-B44F-E180-2CB9B4F9AEA9}"/>
              </a:ext>
            </a:extLst>
          </p:cNvPr>
          <p:cNvCxnSpPr>
            <a:cxnSpLocks/>
            <a:stCxn id="1192" idx="2"/>
            <a:endCxn id="1194" idx="0"/>
          </p:cNvCxnSpPr>
          <p:nvPr/>
        </p:nvCxnSpPr>
        <p:spPr>
          <a:xfrm flipH="1">
            <a:off x="5016875" y="2899750"/>
            <a:ext cx="501339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8" name="Google Shape;910;p44">
            <a:extLst>
              <a:ext uri="{FF2B5EF4-FFF2-40B4-BE49-F238E27FC236}">
                <a16:creationId xmlns:a16="http://schemas.microsoft.com/office/drawing/2014/main" id="{7AEF1697-5AD4-BF63-DDCF-6550E361A451}"/>
              </a:ext>
            </a:extLst>
          </p:cNvPr>
          <p:cNvCxnSpPr>
            <a:cxnSpLocks/>
            <a:stCxn id="1192" idx="2"/>
            <a:endCxn id="1202" idx="0"/>
          </p:cNvCxnSpPr>
          <p:nvPr/>
        </p:nvCxnSpPr>
        <p:spPr>
          <a:xfrm>
            <a:off x="5518214" y="2899750"/>
            <a:ext cx="1370624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" name="Google Shape;911;p44">
            <a:extLst>
              <a:ext uri="{FF2B5EF4-FFF2-40B4-BE49-F238E27FC236}">
                <a16:creationId xmlns:a16="http://schemas.microsoft.com/office/drawing/2014/main" id="{579634B8-4B3E-E6B9-9A09-74FD9F24A294}"/>
              </a:ext>
            </a:extLst>
          </p:cNvPr>
          <p:cNvCxnSpPr>
            <a:cxnSpLocks/>
            <a:stCxn id="1196" idx="2"/>
            <a:endCxn id="1173" idx="0"/>
          </p:cNvCxnSpPr>
          <p:nvPr/>
        </p:nvCxnSpPr>
        <p:spPr>
          <a:xfrm flipH="1">
            <a:off x="1162463" y="2911613"/>
            <a:ext cx="5167213" cy="993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0" name="Google Shape;912;p44">
            <a:extLst>
              <a:ext uri="{FF2B5EF4-FFF2-40B4-BE49-F238E27FC236}">
                <a16:creationId xmlns:a16="http://schemas.microsoft.com/office/drawing/2014/main" id="{E4F2028C-D014-F7F5-66BC-70CF1F874E9C}"/>
              </a:ext>
            </a:extLst>
          </p:cNvPr>
          <p:cNvCxnSpPr>
            <a:cxnSpLocks/>
            <a:stCxn id="1196" idx="2"/>
            <a:endCxn id="1174" idx="0"/>
          </p:cNvCxnSpPr>
          <p:nvPr/>
        </p:nvCxnSpPr>
        <p:spPr>
          <a:xfrm flipH="1">
            <a:off x="3095838" y="2911613"/>
            <a:ext cx="3233838" cy="977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1" name="Google Shape;913;p44">
            <a:extLst>
              <a:ext uri="{FF2B5EF4-FFF2-40B4-BE49-F238E27FC236}">
                <a16:creationId xmlns:a16="http://schemas.microsoft.com/office/drawing/2014/main" id="{1F85FE84-BB57-5D21-C8A1-5E5D835E0C4D}"/>
              </a:ext>
            </a:extLst>
          </p:cNvPr>
          <p:cNvCxnSpPr>
            <a:cxnSpLocks/>
            <a:stCxn id="1196" idx="2"/>
            <a:endCxn id="1194" idx="0"/>
          </p:cNvCxnSpPr>
          <p:nvPr/>
        </p:nvCxnSpPr>
        <p:spPr>
          <a:xfrm flipH="1">
            <a:off x="5016875" y="2911613"/>
            <a:ext cx="1312801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2" name="Google Shape;914;p44">
            <a:extLst>
              <a:ext uri="{FF2B5EF4-FFF2-40B4-BE49-F238E27FC236}">
                <a16:creationId xmlns:a16="http://schemas.microsoft.com/office/drawing/2014/main" id="{6BBA8822-6885-D1C4-F9D0-071D5122C505}"/>
              </a:ext>
            </a:extLst>
          </p:cNvPr>
          <p:cNvCxnSpPr>
            <a:cxnSpLocks/>
            <a:stCxn id="1196" idx="2"/>
            <a:endCxn id="1202" idx="0"/>
          </p:cNvCxnSpPr>
          <p:nvPr/>
        </p:nvCxnSpPr>
        <p:spPr>
          <a:xfrm>
            <a:off x="6329676" y="2911613"/>
            <a:ext cx="559162" cy="980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3" name="Google Shape;915;p44">
            <a:extLst>
              <a:ext uri="{FF2B5EF4-FFF2-40B4-BE49-F238E27FC236}">
                <a16:creationId xmlns:a16="http://schemas.microsoft.com/office/drawing/2014/main" id="{97634482-95E2-80F3-C51D-72EFF872A584}"/>
              </a:ext>
            </a:extLst>
          </p:cNvPr>
          <p:cNvCxnSpPr>
            <a:cxnSpLocks/>
            <a:stCxn id="1198" idx="2"/>
            <a:endCxn id="1173" idx="0"/>
          </p:cNvCxnSpPr>
          <p:nvPr/>
        </p:nvCxnSpPr>
        <p:spPr>
          <a:xfrm flipH="1">
            <a:off x="1162463" y="2911600"/>
            <a:ext cx="5733463" cy="9930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4" name="Google Shape;916;p44">
            <a:extLst>
              <a:ext uri="{FF2B5EF4-FFF2-40B4-BE49-F238E27FC236}">
                <a16:creationId xmlns:a16="http://schemas.microsoft.com/office/drawing/2014/main" id="{43B9C0A9-AB98-86FB-93DD-EF858A9F6F71}"/>
              </a:ext>
            </a:extLst>
          </p:cNvPr>
          <p:cNvCxnSpPr>
            <a:cxnSpLocks/>
            <a:stCxn id="1198" idx="2"/>
            <a:endCxn id="1174" idx="0"/>
          </p:cNvCxnSpPr>
          <p:nvPr/>
        </p:nvCxnSpPr>
        <p:spPr>
          <a:xfrm flipH="1">
            <a:off x="3095838" y="2911600"/>
            <a:ext cx="3800088" cy="9778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5" name="Google Shape;917;p44">
            <a:extLst>
              <a:ext uri="{FF2B5EF4-FFF2-40B4-BE49-F238E27FC236}">
                <a16:creationId xmlns:a16="http://schemas.microsoft.com/office/drawing/2014/main" id="{91175523-1406-EBCE-4ACB-8ED04F1A36D1}"/>
              </a:ext>
            </a:extLst>
          </p:cNvPr>
          <p:cNvCxnSpPr>
            <a:cxnSpLocks/>
            <a:stCxn id="1198" idx="2"/>
            <a:endCxn id="1194" idx="0"/>
          </p:cNvCxnSpPr>
          <p:nvPr/>
        </p:nvCxnSpPr>
        <p:spPr>
          <a:xfrm flipH="1">
            <a:off x="5016875" y="2911600"/>
            <a:ext cx="1879051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6" name="Google Shape;918;p44">
            <a:extLst>
              <a:ext uri="{FF2B5EF4-FFF2-40B4-BE49-F238E27FC236}">
                <a16:creationId xmlns:a16="http://schemas.microsoft.com/office/drawing/2014/main" id="{9EC38CA2-EE34-0775-10F2-6E3F67E5FE0B}"/>
              </a:ext>
            </a:extLst>
          </p:cNvPr>
          <p:cNvCxnSpPr>
            <a:cxnSpLocks/>
            <a:stCxn id="1198" idx="2"/>
            <a:endCxn id="1202" idx="0"/>
          </p:cNvCxnSpPr>
          <p:nvPr/>
        </p:nvCxnSpPr>
        <p:spPr>
          <a:xfrm flipH="1">
            <a:off x="6888838" y="2911600"/>
            <a:ext cx="7088" cy="9807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7" name="Google Shape;919;p44">
            <a:extLst>
              <a:ext uri="{FF2B5EF4-FFF2-40B4-BE49-F238E27FC236}">
                <a16:creationId xmlns:a16="http://schemas.microsoft.com/office/drawing/2014/main" id="{0640A8E9-06D6-4992-FB43-0E3089B61E3C}"/>
              </a:ext>
            </a:extLst>
          </p:cNvPr>
          <p:cNvCxnSpPr>
            <a:cxnSpLocks/>
            <a:stCxn id="1200" idx="2"/>
            <a:endCxn id="1173" idx="0"/>
          </p:cNvCxnSpPr>
          <p:nvPr/>
        </p:nvCxnSpPr>
        <p:spPr>
          <a:xfrm flipH="1">
            <a:off x="1162463" y="2899750"/>
            <a:ext cx="6227713" cy="1004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8" name="Google Shape;920;p44">
            <a:extLst>
              <a:ext uri="{FF2B5EF4-FFF2-40B4-BE49-F238E27FC236}">
                <a16:creationId xmlns:a16="http://schemas.microsoft.com/office/drawing/2014/main" id="{1EB95074-4BC6-A19C-8B13-C0B5A9678F82}"/>
              </a:ext>
            </a:extLst>
          </p:cNvPr>
          <p:cNvCxnSpPr>
            <a:cxnSpLocks/>
            <a:stCxn id="1200" idx="2"/>
            <a:endCxn id="1174" idx="0"/>
          </p:cNvCxnSpPr>
          <p:nvPr/>
        </p:nvCxnSpPr>
        <p:spPr>
          <a:xfrm flipH="1">
            <a:off x="3095838" y="2899750"/>
            <a:ext cx="4294338" cy="98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9" name="Google Shape;921;p44">
            <a:extLst>
              <a:ext uri="{FF2B5EF4-FFF2-40B4-BE49-F238E27FC236}">
                <a16:creationId xmlns:a16="http://schemas.microsoft.com/office/drawing/2014/main" id="{4DC9FA15-8CE4-866B-5608-028E43BB7FC1}"/>
              </a:ext>
            </a:extLst>
          </p:cNvPr>
          <p:cNvCxnSpPr>
            <a:cxnSpLocks/>
            <a:stCxn id="1200" idx="2"/>
            <a:endCxn id="1194" idx="0"/>
          </p:cNvCxnSpPr>
          <p:nvPr/>
        </p:nvCxnSpPr>
        <p:spPr>
          <a:xfrm flipH="1">
            <a:off x="5016875" y="2899750"/>
            <a:ext cx="2373301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0" name="Google Shape;922;p44">
            <a:extLst>
              <a:ext uri="{FF2B5EF4-FFF2-40B4-BE49-F238E27FC236}">
                <a16:creationId xmlns:a16="http://schemas.microsoft.com/office/drawing/2014/main" id="{D5F6D6A3-885F-1B39-89D7-4ABC62D78158}"/>
              </a:ext>
            </a:extLst>
          </p:cNvPr>
          <p:cNvCxnSpPr>
            <a:cxnSpLocks/>
            <a:stCxn id="1200" idx="2"/>
            <a:endCxn id="1202" idx="0"/>
          </p:cNvCxnSpPr>
          <p:nvPr/>
        </p:nvCxnSpPr>
        <p:spPr>
          <a:xfrm flipH="1">
            <a:off x="6888838" y="2899750"/>
            <a:ext cx="501338" cy="9926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6"/>
          <p:cNvSpPr txBox="1"/>
          <p:nvPr/>
        </p:nvSpPr>
        <p:spPr>
          <a:xfrm>
            <a:off x="745477" y="4480525"/>
            <a:ext cx="79269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 &lt;BOS&gt;                             доброе                              утро</a:t>
            </a:r>
            <a:r>
              <a:rPr lang="en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&lt;EOS&gt;</a:t>
            </a:r>
            <a:endParaRPr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6"/>
          <p:cNvSpPr txBox="1"/>
          <p:nvPr/>
        </p:nvSpPr>
        <p:spPr>
          <a:xfrm>
            <a:off x="8072700" y="4337813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6"/>
          <p:cNvSpPr txBox="1"/>
          <p:nvPr/>
        </p:nvSpPr>
        <p:spPr>
          <a:xfrm>
            <a:off x="8039225" y="37813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6"/>
          <p:cNvSpPr txBox="1"/>
          <p:nvPr/>
        </p:nvSpPr>
        <p:spPr>
          <a:xfrm>
            <a:off x="8030425" y="2487525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6"/>
          <p:cNvSpPr txBox="1"/>
          <p:nvPr/>
        </p:nvSpPr>
        <p:spPr>
          <a:xfrm>
            <a:off x="7385025" y="1518850"/>
            <a:ext cx="1973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размера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emb_size, emb_size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3" name="Google Shape;113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00" y="359000"/>
            <a:ext cx="2435689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E9D521-2732-6F1B-824E-FCFFD13AC824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Google Shape;1043;p46">
            <a:extLst>
              <a:ext uri="{FF2B5EF4-FFF2-40B4-BE49-F238E27FC236}">
                <a16:creationId xmlns:a16="http://schemas.microsoft.com/office/drawing/2014/main" id="{F245A760-8AF4-E39D-6D15-E37ED404B2C3}"/>
              </a:ext>
            </a:extLst>
          </p:cNvPr>
          <p:cNvSpPr/>
          <p:nvPr/>
        </p:nvSpPr>
        <p:spPr>
          <a:xfrm>
            <a:off x="388100" y="4004175"/>
            <a:ext cx="1512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44;p46">
            <a:extLst>
              <a:ext uri="{FF2B5EF4-FFF2-40B4-BE49-F238E27FC236}">
                <a16:creationId xmlns:a16="http://schemas.microsoft.com/office/drawing/2014/main" id="{F2F94F62-A72F-0919-62E4-6680194D19AF}"/>
              </a:ext>
            </a:extLst>
          </p:cNvPr>
          <p:cNvSpPr/>
          <p:nvPr/>
        </p:nvSpPr>
        <p:spPr>
          <a:xfrm>
            <a:off x="2284276" y="3988975"/>
            <a:ext cx="15471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45;p46">
            <a:extLst>
              <a:ext uri="{FF2B5EF4-FFF2-40B4-BE49-F238E27FC236}">
                <a16:creationId xmlns:a16="http://schemas.microsoft.com/office/drawing/2014/main" id="{1665054B-E918-AD58-495E-AED81BA77864}"/>
              </a:ext>
            </a:extLst>
          </p:cNvPr>
          <p:cNvSpPr txBox="1"/>
          <p:nvPr/>
        </p:nvSpPr>
        <p:spPr>
          <a:xfrm>
            <a:off x="967108" y="3897562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26" name="Google Shape;1046;p46">
            <a:extLst>
              <a:ext uri="{FF2B5EF4-FFF2-40B4-BE49-F238E27FC236}">
                <a16:creationId xmlns:a16="http://schemas.microsoft.com/office/drawing/2014/main" id="{857A47F8-397C-D357-33FF-8AA35DAC9D5C}"/>
              </a:ext>
            </a:extLst>
          </p:cNvPr>
          <p:cNvSpPr txBox="1"/>
          <p:nvPr/>
        </p:nvSpPr>
        <p:spPr>
          <a:xfrm>
            <a:off x="2863696" y="3881787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27" name="Google Shape;1047;p46">
            <a:extLst>
              <a:ext uri="{FF2B5EF4-FFF2-40B4-BE49-F238E27FC236}">
                <a16:creationId xmlns:a16="http://schemas.microsoft.com/office/drawing/2014/main" id="{D717C15F-80FD-5733-60E0-15BEDD823B8D}"/>
              </a:ext>
            </a:extLst>
          </p:cNvPr>
          <p:cNvSpPr/>
          <p:nvPr/>
        </p:nvSpPr>
        <p:spPr>
          <a:xfrm>
            <a:off x="416284" y="2596525"/>
            <a:ext cx="4962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48;p46">
            <a:extLst>
              <a:ext uri="{FF2B5EF4-FFF2-40B4-BE49-F238E27FC236}">
                <a16:creationId xmlns:a16="http://schemas.microsoft.com/office/drawing/2014/main" id="{6C27BD0F-4E9E-3EC7-99D4-B6BEEBF8932B}"/>
              </a:ext>
            </a:extLst>
          </p:cNvPr>
          <p:cNvSpPr txBox="1"/>
          <p:nvPr/>
        </p:nvSpPr>
        <p:spPr>
          <a:xfrm>
            <a:off x="442799" y="2486858"/>
            <a:ext cx="520329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29" name="Google Shape;1050;p46">
            <a:extLst>
              <a:ext uri="{FF2B5EF4-FFF2-40B4-BE49-F238E27FC236}">
                <a16:creationId xmlns:a16="http://schemas.microsoft.com/office/drawing/2014/main" id="{F40F6EBF-73C2-0FC0-64B5-DE0515DBE141}"/>
              </a:ext>
            </a:extLst>
          </p:cNvPr>
          <p:cNvSpPr/>
          <p:nvPr/>
        </p:nvSpPr>
        <p:spPr>
          <a:xfrm>
            <a:off x="91867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51;p46">
            <a:extLst>
              <a:ext uri="{FF2B5EF4-FFF2-40B4-BE49-F238E27FC236}">
                <a16:creationId xmlns:a16="http://schemas.microsoft.com/office/drawing/2014/main" id="{9686BF5E-B4A8-3B04-5F2A-07FDA6C323C4}"/>
              </a:ext>
            </a:extLst>
          </p:cNvPr>
          <p:cNvSpPr txBox="1"/>
          <p:nvPr/>
        </p:nvSpPr>
        <p:spPr>
          <a:xfrm>
            <a:off x="938795" y="2496100"/>
            <a:ext cx="49197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031" name="Google Shape;1052;p46">
            <a:extLst>
              <a:ext uri="{FF2B5EF4-FFF2-40B4-BE49-F238E27FC236}">
                <a16:creationId xmlns:a16="http://schemas.microsoft.com/office/drawing/2014/main" id="{D7E40DCF-420D-7133-5EA8-FA552F3B1E78}"/>
              </a:ext>
            </a:extLst>
          </p:cNvPr>
          <p:cNvSpPr/>
          <p:nvPr/>
        </p:nvSpPr>
        <p:spPr>
          <a:xfrm>
            <a:off x="1413996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53;p46">
            <a:extLst>
              <a:ext uri="{FF2B5EF4-FFF2-40B4-BE49-F238E27FC236}">
                <a16:creationId xmlns:a16="http://schemas.microsoft.com/office/drawing/2014/main" id="{D42DC4B7-A1B3-AD5A-F243-5EB0EF0C83C7}"/>
              </a:ext>
            </a:extLst>
          </p:cNvPr>
          <p:cNvSpPr txBox="1"/>
          <p:nvPr/>
        </p:nvSpPr>
        <p:spPr>
          <a:xfrm>
            <a:off x="1417921" y="2482424"/>
            <a:ext cx="50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033" name="Google Shape;1054;p46">
            <a:extLst>
              <a:ext uri="{FF2B5EF4-FFF2-40B4-BE49-F238E27FC236}">
                <a16:creationId xmlns:a16="http://schemas.microsoft.com/office/drawing/2014/main" id="{1FD36222-6106-A0BA-61FD-2BF535873A67}"/>
              </a:ext>
            </a:extLst>
          </p:cNvPr>
          <p:cNvSpPr/>
          <p:nvPr/>
        </p:nvSpPr>
        <p:spPr>
          <a:xfrm>
            <a:off x="2321042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55;p46">
            <a:extLst>
              <a:ext uri="{FF2B5EF4-FFF2-40B4-BE49-F238E27FC236}">
                <a16:creationId xmlns:a16="http://schemas.microsoft.com/office/drawing/2014/main" id="{0229DC7C-C83B-6776-8E8F-54F8A8758013}"/>
              </a:ext>
            </a:extLst>
          </p:cNvPr>
          <p:cNvSpPr txBox="1"/>
          <p:nvPr/>
        </p:nvSpPr>
        <p:spPr>
          <a:xfrm>
            <a:off x="2306521" y="2493904"/>
            <a:ext cx="531254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035" name="Google Shape;1056;p46">
            <a:extLst>
              <a:ext uri="{FF2B5EF4-FFF2-40B4-BE49-F238E27FC236}">
                <a16:creationId xmlns:a16="http://schemas.microsoft.com/office/drawing/2014/main" id="{000F3D96-75CC-A032-2E47-EA1F1ABF112B}"/>
              </a:ext>
            </a:extLst>
          </p:cNvPr>
          <p:cNvSpPr/>
          <p:nvPr/>
        </p:nvSpPr>
        <p:spPr>
          <a:xfrm>
            <a:off x="28163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57;p46">
            <a:extLst>
              <a:ext uri="{FF2B5EF4-FFF2-40B4-BE49-F238E27FC236}">
                <a16:creationId xmlns:a16="http://schemas.microsoft.com/office/drawing/2014/main" id="{9F95631A-5150-7BFA-7F70-4947C7EECB97}"/>
              </a:ext>
            </a:extLst>
          </p:cNvPr>
          <p:cNvSpPr txBox="1"/>
          <p:nvPr/>
        </p:nvSpPr>
        <p:spPr>
          <a:xfrm>
            <a:off x="2816267" y="2496100"/>
            <a:ext cx="562008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037" name="Google Shape;1058;p46">
            <a:extLst>
              <a:ext uri="{FF2B5EF4-FFF2-40B4-BE49-F238E27FC236}">
                <a16:creationId xmlns:a16="http://schemas.microsoft.com/office/drawing/2014/main" id="{510628B3-81BB-306A-2BF4-443A152FA21D}"/>
              </a:ext>
            </a:extLst>
          </p:cNvPr>
          <p:cNvSpPr/>
          <p:nvPr/>
        </p:nvSpPr>
        <p:spPr>
          <a:xfrm>
            <a:off x="3304662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59;p46">
            <a:extLst>
              <a:ext uri="{FF2B5EF4-FFF2-40B4-BE49-F238E27FC236}">
                <a16:creationId xmlns:a16="http://schemas.microsoft.com/office/drawing/2014/main" id="{C62C47A6-2CF6-8E5E-59B5-E52C5C7DCB21}"/>
              </a:ext>
            </a:extLst>
          </p:cNvPr>
          <p:cNvSpPr txBox="1"/>
          <p:nvPr/>
        </p:nvSpPr>
        <p:spPr>
          <a:xfrm>
            <a:off x="3306624" y="2489104"/>
            <a:ext cx="50968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039" name="Google Shape;1060;p46">
            <a:extLst>
              <a:ext uri="{FF2B5EF4-FFF2-40B4-BE49-F238E27FC236}">
                <a16:creationId xmlns:a16="http://schemas.microsoft.com/office/drawing/2014/main" id="{D4525B82-8725-0A5E-CB8A-63E8EB50959D}"/>
              </a:ext>
            </a:extLst>
          </p:cNvPr>
          <p:cNvSpPr/>
          <p:nvPr/>
        </p:nvSpPr>
        <p:spPr>
          <a:xfrm>
            <a:off x="4244479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061;p46">
            <a:extLst>
              <a:ext uri="{FF2B5EF4-FFF2-40B4-BE49-F238E27FC236}">
                <a16:creationId xmlns:a16="http://schemas.microsoft.com/office/drawing/2014/main" id="{7DF5CF47-04AA-7DE3-B0C8-F83D9661D9B7}"/>
              </a:ext>
            </a:extLst>
          </p:cNvPr>
          <p:cNvSpPr txBox="1"/>
          <p:nvPr/>
        </p:nvSpPr>
        <p:spPr>
          <a:xfrm>
            <a:off x="4219862" y="2489458"/>
            <a:ext cx="530455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39" name="Google Shape;1062;p46">
            <a:extLst>
              <a:ext uri="{FF2B5EF4-FFF2-40B4-BE49-F238E27FC236}">
                <a16:creationId xmlns:a16="http://schemas.microsoft.com/office/drawing/2014/main" id="{5645EA25-B5DB-5BBF-14F2-7055B401E2F5}"/>
              </a:ext>
            </a:extLst>
          </p:cNvPr>
          <p:cNvSpPr/>
          <p:nvPr/>
        </p:nvSpPr>
        <p:spPr>
          <a:xfrm>
            <a:off x="473982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063;p46">
            <a:extLst>
              <a:ext uri="{FF2B5EF4-FFF2-40B4-BE49-F238E27FC236}">
                <a16:creationId xmlns:a16="http://schemas.microsoft.com/office/drawing/2014/main" id="{2AEA5C58-9430-9A09-ED0E-24C3772D4790}"/>
              </a:ext>
            </a:extLst>
          </p:cNvPr>
          <p:cNvSpPr txBox="1"/>
          <p:nvPr/>
        </p:nvSpPr>
        <p:spPr>
          <a:xfrm>
            <a:off x="4744586" y="2496100"/>
            <a:ext cx="557127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41" name="Google Shape;1064;p46">
            <a:extLst>
              <a:ext uri="{FF2B5EF4-FFF2-40B4-BE49-F238E27FC236}">
                <a16:creationId xmlns:a16="http://schemas.microsoft.com/office/drawing/2014/main" id="{E591A900-F0CB-DF1B-EEC0-FD75EFAC5904}"/>
              </a:ext>
            </a:extLst>
          </p:cNvPr>
          <p:cNvSpPr/>
          <p:nvPr/>
        </p:nvSpPr>
        <p:spPr>
          <a:xfrm>
            <a:off x="5235146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065;p46">
            <a:extLst>
              <a:ext uri="{FF2B5EF4-FFF2-40B4-BE49-F238E27FC236}">
                <a16:creationId xmlns:a16="http://schemas.microsoft.com/office/drawing/2014/main" id="{0457D237-1F4D-3A3A-8229-13979B95D68D}"/>
              </a:ext>
            </a:extLst>
          </p:cNvPr>
          <p:cNvSpPr txBox="1"/>
          <p:nvPr/>
        </p:nvSpPr>
        <p:spPr>
          <a:xfrm>
            <a:off x="5211550" y="2483348"/>
            <a:ext cx="50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43" name="Google Shape;1066;p46">
            <a:extLst>
              <a:ext uri="{FF2B5EF4-FFF2-40B4-BE49-F238E27FC236}">
                <a16:creationId xmlns:a16="http://schemas.microsoft.com/office/drawing/2014/main" id="{1A077312-4441-E03D-E3F9-322755A3E0AC}"/>
              </a:ext>
            </a:extLst>
          </p:cNvPr>
          <p:cNvSpPr/>
          <p:nvPr/>
        </p:nvSpPr>
        <p:spPr>
          <a:xfrm>
            <a:off x="4240420" y="3991875"/>
            <a:ext cx="1512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067;p46">
            <a:extLst>
              <a:ext uri="{FF2B5EF4-FFF2-40B4-BE49-F238E27FC236}">
                <a16:creationId xmlns:a16="http://schemas.microsoft.com/office/drawing/2014/main" id="{207624A6-5F07-3183-46FA-18477BDBD8A9}"/>
              </a:ext>
            </a:extLst>
          </p:cNvPr>
          <p:cNvSpPr txBox="1"/>
          <p:nvPr/>
        </p:nvSpPr>
        <p:spPr>
          <a:xfrm>
            <a:off x="4790142" y="388882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45" name="Google Shape;1068;p46">
            <a:extLst>
              <a:ext uri="{FF2B5EF4-FFF2-40B4-BE49-F238E27FC236}">
                <a16:creationId xmlns:a16="http://schemas.microsoft.com/office/drawing/2014/main" id="{900AF48B-46ED-F2DF-1ABC-883971BC5044}"/>
              </a:ext>
            </a:extLst>
          </p:cNvPr>
          <p:cNvSpPr/>
          <p:nvPr/>
        </p:nvSpPr>
        <p:spPr>
          <a:xfrm>
            <a:off x="6116442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069;p46">
            <a:extLst>
              <a:ext uri="{FF2B5EF4-FFF2-40B4-BE49-F238E27FC236}">
                <a16:creationId xmlns:a16="http://schemas.microsoft.com/office/drawing/2014/main" id="{364780AE-E06B-5153-2C22-FED32CCA23CB}"/>
              </a:ext>
            </a:extLst>
          </p:cNvPr>
          <p:cNvSpPr txBox="1"/>
          <p:nvPr/>
        </p:nvSpPr>
        <p:spPr>
          <a:xfrm>
            <a:off x="6104962" y="2496088"/>
            <a:ext cx="504551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14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47" name="Google Shape;1070;p46">
            <a:extLst>
              <a:ext uri="{FF2B5EF4-FFF2-40B4-BE49-F238E27FC236}">
                <a16:creationId xmlns:a16="http://schemas.microsoft.com/office/drawing/2014/main" id="{3FD8982C-29F5-98E5-9B86-9B0E5A43778F}"/>
              </a:ext>
            </a:extLst>
          </p:cNvPr>
          <p:cNvSpPr/>
          <p:nvPr/>
        </p:nvSpPr>
        <p:spPr>
          <a:xfrm>
            <a:off x="66117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071;p46">
            <a:extLst>
              <a:ext uri="{FF2B5EF4-FFF2-40B4-BE49-F238E27FC236}">
                <a16:creationId xmlns:a16="http://schemas.microsoft.com/office/drawing/2014/main" id="{14B482AD-5E2C-5E2C-B109-F4BA2DE43B7C}"/>
              </a:ext>
            </a:extLst>
          </p:cNvPr>
          <p:cNvSpPr txBox="1"/>
          <p:nvPr/>
        </p:nvSpPr>
        <p:spPr>
          <a:xfrm>
            <a:off x="6601357" y="2496100"/>
            <a:ext cx="572318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24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49" name="Google Shape;1072;p46">
            <a:extLst>
              <a:ext uri="{FF2B5EF4-FFF2-40B4-BE49-F238E27FC236}">
                <a16:creationId xmlns:a16="http://schemas.microsoft.com/office/drawing/2014/main" id="{2609EC56-124E-0F10-14CC-297684B3B83B}"/>
              </a:ext>
            </a:extLst>
          </p:cNvPr>
          <p:cNvSpPr/>
          <p:nvPr/>
        </p:nvSpPr>
        <p:spPr>
          <a:xfrm>
            <a:off x="7100062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073;p46">
            <a:extLst>
              <a:ext uri="{FF2B5EF4-FFF2-40B4-BE49-F238E27FC236}">
                <a16:creationId xmlns:a16="http://schemas.microsoft.com/office/drawing/2014/main" id="{0D2405F3-8F86-F227-F483-4E4257B4A3B6}"/>
              </a:ext>
            </a:extLst>
          </p:cNvPr>
          <p:cNvSpPr txBox="1"/>
          <p:nvPr/>
        </p:nvSpPr>
        <p:spPr>
          <a:xfrm>
            <a:off x="7110296" y="2499621"/>
            <a:ext cx="50679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</a:t>
            </a:r>
            <a:r>
              <a:rPr lang="en" sz="1500" i="1" baseline="-25000" dirty="0">
                <a:solidFill>
                  <a:srgbClr val="595959"/>
                </a:solidFill>
              </a:rPr>
              <a:t>34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1151" name="Google Shape;1074;p46">
            <a:extLst>
              <a:ext uri="{FF2B5EF4-FFF2-40B4-BE49-F238E27FC236}">
                <a16:creationId xmlns:a16="http://schemas.microsoft.com/office/drawing/2014/main" id="{FA13A190-1D1C-662E-133F-DE2562A7B8AA}"/>
              </a:ext>
            </a:extLst>
          </p:cNvPr>
          <p:cNvSpPr/>
          <p:nvPr/>
        </p:nvSpPr>
        <p:spPr>
          <a:xfrm>
            <a:off x="6121751" y="3991875"/>
            <a:ext cx="14592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075;p46">
            <a:extLst>
              <a:ext uri="{FF2B5EF4-FFF2-40B4-BE49-F238E27FC236}">
                <a16:creationId xmlns:a16="http://schemas.microsoft.com/office/drawing/2014/main" id="{BFF52CA0-C1C4-8B2C-18EA-18C7ED724C8B}"/>
              </a:ext>
            </a:extLst>
          </p:cNvPr>
          <p:cNvSpPr txBox="1"/>
          <p:nvPr/>
        </p:nvSpPr>
        <p:spPr>
          <a:xfrm>
            <a:off x="6681296" y="3894092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153" name="Google Shape;1076;p46">
            <a:extLst>
              <a:ext uri="{FF2B5EF4-FFF2-40B4-BE49-F238E27FC236}">
                <a16:creationId xmlns:a16="http://schemas.microsoft.com/office/drawing/2014/main" id="{9B6E7219-5459-ACA9-5318-FC13287009BB}"/>
              </a:ext>
            </a:extLst>
          </p:cNvPr>
          <p:cNvCxnSpPr>
            <a:cxnSpLocks/>
            <a:stCxn id="1028" idx="2"/>
            <a:endCxn id="1025" idx="0"/>
          </p:cNvCxnSpPr>
          <p:nvPr/>
        </p:nvCxnSpPr>
        <p:spPr>
          <a:xfrm>
            <a:off x="702964" y="2902358"/>
            <a:ext cx="506844" cy="9952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4" name="Google Shape;1077;p46">
            <a:extLst>
              <a:ext uri="{FF2B5EF4-FFF2-40B4-BE49-F238E27FC236}">
                <a16:creationId xmlns:a16="http://schemas.microsoft.com/office/drawing/2014/main" id="{36A8D2D5-5A68-F6EF-D758-235AE4AE013A}"/>
              </a:ext>
            </a:extLst>
          </p:cNvPr>
          <p:cNvCxnSpPr>
            <a:cxnSpLocks/>
            <a:stCxn id="1028" idx="2"/>
            <a:endCxn id="1026" idx="0"/>
          </p:cNvCxnSpPr>
          <p:nvPr/>
        </p:nvCxnSpPr>
        <p:spPr>
          <a:xfrm>
            <a:off x="702964" y="2902358"/>
            <a:ext cx="2403432" cy="97942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5" name="Google Shape;1078;p46">
            <a:extLst>
              <a:ext uri="{FF2B5EF4-FFF2-40B4-BE49-F238E27FC236}">
                <a16:creationId xmlns:a16="http://schemas.microsoft.com/office/drawing/2014/main" id="{3D334C15-6ED3-8912-6BF6-E9160851503D}"/>
              </a:ext>
            </a:extLst>
          </p:cNvPr>
          <p:cNvCxnSpPr>
            <a:cxnSpLocks/>
            <a:stCxn id="1028" idx="2"/>
            <a:endCxn id="1144" idx="0"/>
          </p:cNvCxnSpPr>
          <p:nvPr/>
        </p:nvCxnSpPr>
        <p:spPr>
          <a:xfrm>
            <a:off x="702964" y="2902358"/>
            <a:ext cx="4329878" cy="9864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6" name="Google Shape;1079;p46">
            <a:extLst>
              <a:ext uri="{FF2B5EF4-FFF2-40B4-BE49-F238E27FC236}">
                <a16:creationId xmlns:a16="http://schemas.microsoft.com/office/drawing/2014/main" id="{5E05664D-6C85-A863-594D-AE2F9ACBC60F}"/>
              </a:ext>
            </a:extLst>
          </p:cNvPr>
          <p:cNvCxnSpPr>
            <a:cxnSpLocks/>
            <a:stCxn id="1028" idx="2"/>
            <a:endCxn id="1152" idx="0"/>
          </p:cNvCxnSpPr>
          <p:nvPr/>
        </p:nvCxnSpPr>
        <p:spPr>
          <a:xfrm>
            <a:off x="702964" y="2902358"/>
            <a:ext cx="6221032" cy="9917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080;p46">
            <a:extLst>
              <a:ext uri="{FF2B5EF4-FFF2-40B4-BE49-F238E27FC236}">
                <a16:creationId xmlns:a16="http://schemas.microsoft.com/office/drawing/2014/main" id="{83897A34-597C-8E05-BBB4-354B069D99CB}"/>
              </a:ext>
            </a:extLst>
          </p:cNvPr>
          <p:cNvCxnSpPr>
            <a:cxnSpLocks/>
            <a:stCxn id="1032" idx="2"/>
            <a:endCxn id="1025" idx="0"/>
          </p:cNvCxnSpPr>
          <p:nvPr/>
        </p:nvCxnSpPr>
        <p:spPr>
          <a:xfrm flipH="1">
            <a:off x="1209808" y="2897924"/>
            <a:ext cx="459863" cy="9996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8" name="Google Shape;1081;p46">
            <a:extLst>
              <a:ext uri="{FF2B5EF4-FFF2-40B4-BE49-F238E27FC236}">
                <a16:creationId xmlns:a16="http://schemas.microsoft.com/office/drawing/2014/main" id="{8AD2255B-0AD8-C702-455B-71DAC5E0DCD9}"/>
              </a:ext>
            </a:extLst>
          </p:cNvPr>
          <p:cNvCxnSpPr>
            <a:cxnSpLocks/>
            <a:stCxn id="1030" idx="2"/>
            <a:endCxn id="1025" idx="0"/>
          </p:cNvCxnSpPr>
          <p:nvPr/>
        </p:nvCxnSpPr>
        <p:spPr>
          <a:xfrm>
            <a:off x="1184781" y="2911600"/>
            <a:ext cx="25027" cy="985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9" name="Google Shape;1082;p46">
            <a:extLst>
              <a:ext uri="{FF2B5EF4-FFF2-40B4-BE49-F238E27FC236}">
                <a16:creationId xmlns:a16="http://schemas.microsoft.com/office/drawing/2014/main" id="{238A7B69-5E42-7598-AD0E-892E5F1EC779}"/>
              </a:ext>
            </a:extLst>
          </p:cNvPr>
          <p:cNvCxnSpPr>
            <a:cxnSpLocks/>
            <a:stCxn id="1030" idx="2"/>
            <a:endCxn id="1026" idx="0"/>
          </p:cNvCxnSpPr>
          <p:nvPr/>
        </p:nvCxnSpPr>
        <p:spPr>
          <a:xfrm>
            <a:off x="1184781" y="2911600"/>
            <a:ext cx="1921615" cy="9701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0" name="Google Shape;1083;p46">
            <a:extLst>
              <a:ext uri="{FF2B5EF4-FFF2-40B4-BE49-F238E27FC236}">
                <a16:creationId xmlns:a16="http://schemas.microsoft.com/office/drawing/2014/main" id="{D36C1316-F31A-AFB7-D4A5-5281476427E7}"/>
              </a:ext>
            </a:extLst>
          </p:cNvPr>
          <p:cNvCxnSpPr>
            <a:cxnSpLocks/>
            <a:stCxn id="1030" idx="2"/>
            <a:endCxn id="1144" idx="0"/>
          </p:cNvCxnSpPr>
          <p:nvPr/>
        </p:nvCxnSpPr>
        <p:spPr>
          <a:xfrm>
            <a:off x="1184781" y="2911600"/>
            <a:ext cx="3848061" cy="9772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1" name="Google Shape;1084;p46">
            <a:extLst>
              <a:ext uri="{FF2B5EF4-FFF2-40B4-BE49-F238E27FC236}">
                <a16:creationId xmlns:a16="http://schemas.microsoft.com/office/drawing/2014/main" id="{903F0F55-0871-7B0C-2E0E-ACC4E2899B92}"/>
              </a:ext>
            </a:extLst>
          </p:cNvPr>
          <p:cNvCxnSpPr>
            <a:cxnSpLocks/>
            <a:stCxn id="1030" idx="2"/>
            <a:endCxn id="1152" idx="0"/>
          </p:cNvCxnSpPr>
          <p:nvPr/>
        </p:nvCxnSpPr>
        <p:spPr>
          <a:xfrm>
            <a:off x="1184781" y="2911600"/>
            <a:ext cx="5739215" cy="9824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2" name="Google Shape;1085;p46">
            <a:extLst>
              <a:ext uri="{FF2B5EF4-FFF2-40B4-BE49-F238E27FC236}">
                <a16:creationId xmlns:a16="http://schemas.microsoft.com/office/drawing/2014/main" id="{AB09A88D-1785-49EE-BE86-8139E7373DCB}"/>
              </a:ext>
            </a:extLst>
          </p:cNvPr>
          <p:cNvCxnSpPr>
            <a:cxnSpLocks/>
            <a:stCxn id="1032" idx="2"/>
            <a:endCxn id="1026" idx="0"/>
          </p:cNvCxnSpPr>
          <p:nvPr/>
        </p:nvCxnSpPr>
        <p:spPr>
          <a:xfrm>
            <a:off x="1669671" y="2897924"/>
            <a:ext cx="1436725" cy="9838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3" name="Google Shape;1086;p46">
            <a:extLst>
              <a:ext uri="{FF2B5EF4-FFF2-40B4-BE49-F238E27FC236}">
                <a16:creationId xmlns:a16="http://schemas.microsoft.com/office/drawing/2014/main" id="{6EF9F317-02CA-FDD1-02B0-30F703BD6C70}"/>
              </a:ext>
            </a:extLst>
          </p:cNvPr>
          <p:cNvCxnSpPr>
            <a:cxnSpLocks/>
            <a:stCxn id="1025" idx="0"/>
            <a:endCxn id="1034" idx="2"/>
          </p:cNvCxnSpPr>
          <p:nvPr/>
        </p:nvCxnSpPr>
        <p:spPr>
          <a:xfrm flipV="1">
            <a:off x="1209808" y="2909404"/>
            <a:ext cx="1362340" cy="9881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4" name="Google Shape;1087;p46">
            <a:extLst>
              <a:ext uri="{FF2B5EF4-FFF2-40B4-BE49-F238E27FC236}">
                <a16:creationId xmlns:a16="http://schemas.microsoft.com/office/drawing/2014/main" id="{2C489016-ACEB-3EAE-2F7B-090752A45915}"/>
              </a:ext>
            </a:extLst>
          </p:cNvPr>
          <p:cNvCxnSpPr>
            <a:cxnSpLocks/>
            <a:stCxn id="1032" idx="2"/>
            <a:endCxn id="1144" idx="0"/>
          </p:cNvCxnSpPr>
          <p:nvPr/>
        </p:nvCxnSpPr>
        <p:spPr>
          <a:xfrm>
            <a:off x="1669671" y="2897924"/>
            <a:ext cx="3363171" cy="9908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5" name="Google Shape;1088;p46">
            <a:extLst>
              <a:ext uri="{FF2B5EF4-FFF2-40B4-BE49-F238E27FC236}">
                <a16:creationId xmlns:a16="http://schemas.microsoft.com/office/drawing/2014/main" id="{3BBB9837-C55E-7312-8F01-604395F1C7B4}"/>
              </a:ext>
            </a:extLst>
          </p:cNvPr>
          <p:cNvCxnSpPr>
            <a:cxnSpLocks/>
            <a:stCxn id="1032" idx="2"/>
            <a:endCxn id="1152" idx="0"/>
          </p:cNvCxnSpPr>
          <p:nvPr/>
        </p:nvCxnSpPr>
        <p:spPr>
          <a:xfrm>
            <a:off x="1669671" y="2897924"/>
            <a:ext cx="5254325" cy="9961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6" name="Google Shape;1089;p46">
            <a:extLst>
              <a:ext uri="{FF2B5EF4-FFF2-40B4-BE49-F238E27FC236}">
                <a16:creationId xmlns:a16="http://schemas.microsoft.com/office/drawing/2014/main" id="{B3002242-0E98-E53C-A424-A3495EC1DCEF}"/>
              </a:ext>
            </a:extLst>
          </p:cNvPr>
          <p:cNvCxnSpPr>
            <a:cxnSpLocks/>
            <a:stCxn id="1034" idx="2"/>
            <a:endCxn id="1026" idx="0"/>
          </p:cNvCxnSpPr>
          <p:nvPr/>
        </p:nvCxnSpPr>
        <p:spPr>
          <a:xfrm>
            <a:off x="2572148" y="2909404"/>
            <a:ext cx="534248" cy="97238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7" name="Google Shape;1090;p46">
            <a:extLst>
              <a:ext uri="{FF2B5EF4-FFF2-40B4-BE49-F238E27FC236}">
                <a16:creationId xmlns:a16="http://schemas.microsoft.com/office/drawing/2014/main" id="{F87C0CED-F547-5ED0-8991-1C8CE8ED3829}"/>
              </a:ext>
            </a:extLst>
          </p:cNvPr>
          <p:cNvCxnSpPr>
            <a:cxnSpLocks/>
            <a:stCxn id="1034" idx="2"/>
            <a:endCxn id="1144" idx="0"/>
          </p:cNvCxnSpPr>
          <p:nvPr/>
        </p:nvCxnSpPr>
        <p:spPr>
          <a:xfrm>
            <a:off x="2572148" y="2909404"/>
            <a:ext cx="2460694" cy="9794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8" name="Google Shape;1091;p46">
            <a:extLst>
              <a:ext uri="{FF2B5EF4-FFF2-40B4-BE49-F238E27FC236}">
                <a16:creationId xmlns:a16="http://schemas.microsoft.com/office/drawing/2014/main" id="{AB9B289D-F4E5-3AF5-B270-937AD821EE11}"/>
              </a:ext>
            </a:extLst>
          </p:cNvPr>
          <p:cNvCxnSpPr>
            <a:cxnSpLocks/>
            <a:stCxn id="1034" idx="2"/>
            <a:endCxn id="1152" idx="0"/>
          </p:cNvCxnSpPr>
          <p:nvPr/>
        </p:nvCxnSpPr>
        <p:spPr>
          <a:xfrm>
            <a:off x="2572148" y="2909404"/>
            <a:ext cx="4351848" cy="9846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9" name="Google Shape;1092;p46">
            <a:extLst>
              <a:ext uri="{FF2B5EF4-FFF2-40B4-BE49-F238E27FC236}">
                <a16:creationId xmlns:a16="http://schemas.microsoft.com/office/drawing/2014/main" id="{0DE87C30-57F3-FC13-DF02-B12ADA8A1861}"/>
              </a:ext>
            </a:extLst>
          </p:cNvPr>
          <p:cNvCxnSpPr>
            <a:cxnSpLocks/>
            <a:stCxn id="1036" idx="2"/>
            <a:endCxn id="1026" idx="0"/>
          </p:cNvCxnSpPr>
          <p:nvPr/>
        </p:nvCxnSpPr>
        <p:spPr>
          <a:xfrm>
            <a:off x="3097271" y="2911600"/>
            <a:ext cx="9125" cy="9701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0" name="Google Shape;1093;p46">
            <a:extLst>
              <a:ext uri="{FF2B5EF4-FFF2-40B4-BE49-F238E27FC236}">
                <a16:creationId xmlns:a16="http://schemas.microsoft.com/office/drawing/2014/main" id="{1D41A668-6B31-D706-21E8-880675726F06}"/>
              </a:ext>
            </a:extLst>
          </p:cNvPr>
          <p:cNvCxnSpPr>
            <a:cxnSpLocks/>
            <a:stCxn id="1038" idx="2"/>
            <a:endCxn id="1026" idx="0"/>
          </p:cNvCxnSpPr>
          <p:nvPr/>
        </p:nvCxnSpPr>
        <p:spPr>
          <a:xfrm flipH="1">
            <a:off x="3106396" y="2904604"/>
            <a:ext cx="455068" cy="97718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1" name="Google Shape;1094;p46">
            <a:extLst>
              <a:ext uri="{FF2B5EF4-FFF2-40B4-BE49-F238E27FC236}">
                <a16:creationId xmlns:a16="http://schemas.microsoft.com/office/drawing/2014/main" id="{86101D54-EB36-06BA-B07B-83233D3B8515}"/>
              </a:ext>
            </a:extLst>
          </p:cNvPr>
          <p:cNvCxnSpPr>
            <a:cxnSpLocks/>
            <a:stCxn id="1138" idx="2"/>
            <a:endCxn id="1026" idx="0"/>
          </p:cNvCxnSpPr>
          <p:nvPr/>
        </p:nvCxnSpPr>
        <p:spPr>
          <a:xfrm flipH="1">
            <a:off x="3106396" y="2904958"/>
            <a:ext cx="1378694" cy="97682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2" name="Google Shape;1095;p46">
            <a:extLst>
              <a:ext uri="{FF2B5EF4-FFF2-40B4-BE49-F238E27FC236}">
                <a16:creationId xmlns:a16="http://schemas.microsoft.com/office/drawing/2014/main" id="{58BA6A16-FF6C-E5BA-8A53-BEB35506A116}"/>
              </a:ext>
            </a:extLst>
          </p:cNvPr>
          <p:cNvCxnSpPr>
            <a:cxnSpLocks/>
            <a:stCxn id="1138" idx="2"/>
            <a:endCxn id="1144" idx="0"/>
          </p:cNvCxnSpPr>
          <p:nvPr/>
        </p:nvCxnSpPr>
        <p:spPr>
          <a:xfrm>
            <a:off x="4485090" y="2904958"/>
            <a:ext cx="547752" cy="983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3" name="Google Shape;1096;p46">
            <a:extLst>
              <a:ext uri="{FF2B5EF4-FFF2-40B4-BE49-F238E27FC236}">
                <a16:creationId xmlns:a16="http://schemas.microsoft.com/office/drawing/2014/main" id="{4E664DE2-7BE2-50CC-FA1D-512908AB685B}"/>
              </a:ext>
            </a:extLst>
          </p:cNvPr>
          <p:cNvCxnSpPr>
            <a:cxnSpLocks/>
            <a:stCxn id="1036" idx="2"/>
            <a:endCxn id="1025" idx="0"/>
          </p:cNvCxnSpPr>
          <p:nvPr/>
        </p:nvCxnSpPr>
        <p:spPr>
          <a:xfrm flipH="1">
            <a:off x="1209808" y="2911600"/>
            <a:ext cx="1887463" cy="985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4" name="Google Shape;1097;p46">
            <a:extLst>
              <a:ext uri="{FF2B5EF4-FFF2-40B4-BE49-F238E27FC236}">
                <a16:creationId xmlns:a16="http://schemas.microsoft.com/office/drawing/2014/main" id="{F42CFFDA-1A18-6FD9-034A-D9B22DD889A6}"/>
              </a:ext>
            </a:extLst>
          </p:cNvPr>
          <p:cNvCxnSpPr>
            <a:cxnSpLocks/>
            <a:stCxn id="1036" idx="2"/>
            <a:endCxn id="1144" idx="0"/>
          </p:cNvCxnSpPr>
          <p:nvPr/>
        </p:nvCxnSpPr>
        <p:spPr>
          <a:xfrm>
            <a:off x="3097271" y="2911600"/>
            <a:ext cx="1935571" cy="9772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5" name="Google Shape;1098;p46">
            <a:extLst>
              <a:ext uri="{FF2B5EF4-FFF2-40B4-BE49-F238E27FC236}">
                <a16:creationId xmlns:a16="http://schemas.microsoft.com/office/drawing/2014/main" id="{ED9687CB-02C4-96F1-3C8A-E27C81D7867F}"/>
              </a:ext>
            </a:extLst>
          </p:cNvPr>
          <p:cNvCxnSpPr>
            <a:cxnSpLocks/>
            <a:stCxn id="1036" idx="2"/>
            <a:endCxn id="1152" idx="0"/>
          </p:cNvCxnSpPr>
          <p:nvPr/>
        </p:nvCxnSpPr>
        <p:spPr>
          <a:xfrm>
            <a:off x="3097271" y="2911600"/>
            <a:ext cx="3826725" cy="9824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6" name="Google Shape;1099;p46">
            <a:extLst>
              <a:ext uri="{FF2B5EF4-FFF2-40B4-BE49-F238E27FC236}">
                <a16:creationId xmlns:a16="http://schemas.microsoft.com/office/drawing/2014/main" id="{3286B35C-0DD1-8021-5B2F-A5752FAA8A1B}"/>
              </a:ext>
            </a:extLst>
          </p:cNvPr>
          <p:cNvCxnSpPr>
            <a:cxnSpLocks/>
            <a:stCxn id="1138" idx="2"/>
            <a:endCxn id="1025" idx="0"/>
          </p:cNvCxnSpPr>
          <p:nvPr/>
        </p:nvCxnSpPr>
        <p:spPr>
          <a:xfrm flipH="1">
            <a:off x="1209808" y="2904958"/>
            <a:ext cx="3275282" cy="9926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7" name="Google Shape;1100;p46">
            <a:extLst>
              <a:ext uri="{FF2B5EF4-FFF2-40B4-BE49-F238E27FC236}">
                <a16:creationId xmlns:a16="http://schemas.microsoft.com/office/drawing/2014/main" id="{15A82AD3-33FA-2EA8-974E-7A11E874F85D}"/>
              </a:ext>
            </a:extLst>
          </p:cNvPr>
          <p:cNvCxnSpPr>
            <a:cxnSpLocks/>
            <a:stCxn id="1038" idx="2"/>
            <a:endCxn id="1025" idx="0"/>
          </p:cNvCxnSpPr>
          <p:nvPr/>
        </p:nvCxnSpPr>
        <p:spPr>
          <a:xfrm flipH="1">
            <a:off x="1209808" y="2904604"/>
            <a:ext cx="2351656" cy="9929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8" name="Google Shape;1101;p46">
            <a:extLst>
              <a:ext uri="{FF2B5EF4-FFF2-40B4-BE49-F238E27FC236}">
                <a16:creationId xmlns:a16="http://schemas.microsoft.com/office/drawing/2014/main" id="{00C9EB41-F19B-FC6C-F37A-FB43A6C1A2C2}"/>
              </a:ext>
            </a:extLst>
          </p:cNvPr>
          <p:cNvCxnSpPr>
            <a:cxnSpLocks/>
            <a:stCxn id="1038" idx="2"/>
            <a:endCxn id="1144" idx="0"/>
          </p:cNvCxnSpPr>
          <p:nvPr/>
        </p:nvCxnSpPr>
        <p:spPr>
          <a:xfrm>
            <a:off x="3561464" y="2904604"/>
            <a:ext cx="1471378" cy="9842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9" name="Google Shape;1102;p46">
            <a:extLst>
              <a:ext uri="{FF2B5EF4-FFF2-40B4-BE49-F238E27FC236}">
                <a16:creationId xmlns:a16="http://schemas.microsoft.com/office/drawing/2014/main" id="{5D5310D7-2D14-1367-98D4-F5E2A6F4EB29}"/>
              </a:ext>
            </a:extLst>
          </p:cNvPr>
          <p:cNvCxnSpPr>
            <a:cxnSpLocks/>
            <a:stCxn id="1038" idx="2"/>
            <a:endCxn id="1152" idx="0"/>
          </p:cNvCxnSpPr>
          <p:nvPr/>
        </p:nvCxnSpPr>
        <p:spPr>
          <a:xfrm>
            <a:off x="3561464" y="2904604"/>
            <a:ext cx="3362532" cy="9894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0" name="Google Shape;1103;p46">
            <a:extLst>
              <a:ext uri="{FF2B5EF4-FFF2-40B4-BE49-F238E27FC236}">
                <a16:creationId xmlns:a16="http://schemas.microsoft.com/office/drawing/2014/main" id="{5ADBD2FB-5CEF-BFE4-098F-8C14A8BF9160}"/>
              </a:ext>
            </a:extLst>
          </p:cNvPr>
          <p:cNvCxnSpPr>
            <a:cxnSpLocks/>
            <a:stCxn id="1140" idx="2"/>
            <a:endCxn id="1144" idx="0"/>
          </p:cNvCxnSpPr>
          <p:nvPr/>
        </p:nvCxnSpPr>
        <p:spPr>
          <a:xfrm>
            <a:off x="5023150" y="2911600"/>
            <a:ext cx="9692" cy="9772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1" name="Google Shape;1104;p46">
            <a:extLst>
              <a:ext uri="{FF2B5EF4-FFF2-40B4-BE49-F238E27FC236}">
                <a16:creationId xmlns:a16="http://schemas.microsoft.com/office/drawing/2014/main" id="{2FA5930D-C2BA-3293-7FC7-35F0CBCAA874}"/>
              </a:ext>
            </a:extLst>
          </p:cNvPr>
          <p:cNvCxnSpPr>
            <a:cxnSpLocks/>
            <a:stCxn id="1138" idx="2"/>
            <a:endCxn id="1152" idx="0"/>
          </p:cNvCxnSpPr>
          <p:nvPr/>
        </p:nvCxnSpPr>
        <p:spPr>
          <a:xfrm>
            <a:off x="4485090" y="2904958"/>
            <a:ext cx="2438906" cy="9891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2" name="Google Shape;1105;p46">
            <a:extLst>
              <a:ext uri="{FF2B5EF4-FFF2-40B4-BE49-F238E27FC236}">
                <a16:creationId xmlns:a16="http://schemas.microsoft.com/office/drawing/2014/main" id="{8AD5793A-308A-DCC9-D17A-6569C589ABBF}"/>
              </a:ext>
            </a:extLst>
          </p:cNvPr>
          <p:cNvCxnSpPr>
            <a:cxnSpLocks/>
            <a:stCxn id="1140" idx="2"/>
            <a:endCxn id="1025" idx="0"/>
          </p:cNvCxnSpPr>
          <p:nvPr/>
        </p:nvCxnSpPr>
        <p:spPr>
          <a:xfrm flipH="1">
            <a:off x="1209808" y="2911600"/>
            <a:ext cx="3813342" cy="985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06;p46">
            <a:extLst>
              <a:ext uri="{FF2B5EF4-FFF2-40B4-BE49-F238E27FC236}">
                <a16:creationId xmlns:a16="http://schemas.microsoft.com/office/drawing/2014/main" id="{1463D431-4DC9-278E-87B3-3E83554313AE}"/>
              </a:ext>
            </a:extLst>
          </p:cNvPr>
          <p:cNvCxnSpPr>
            <a:cxnSpLocks/>
            <a:stCxn id="1140" idx="2"/>
            <a:endCxn id="1026" idx="0"/>
          </p:cNvCxnSpPr>
          <p:nvPr/>
        </p:nvCxnSpPr>
        <p:spPr>
          <a:xfrm flipH="1">
            <a:off x="3106396" y="2911600"/>
            <a:ext cx="1916754" cy="9701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4" name="Google Shape;1107;p46">
            <a:extLst>
              <a:ext uri="{FF2B5EF4-FFF2-40B4-BE49-F238E27FC236}">
                <a16:creationId xmlns:a16="http://schemas.microsoft.com/office/drawing/2014/main" id="{6F7FF115-7DE5-A230-B638-B720AEBAE481}"/>
              </a:ext>
            </a:extLst>
          </p:cNvPr>
          <p:cNvCxnSpPr>
            <a:cxnSpLocks/>
            <a:stCxn id="1140" idx="2"/>
            <a:endCxn id="1152" idx="0"/>
          </p:cNvCxnSpPr>
          <p:nvPr/>
        </p:nvCxnSpPr>
        <p:spPr>
          <a:xfrm>
            <a:off x="5023150" y="2911600"/>
            <a:ext cx="1900846" cy="9824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5" name="Google Shape;1108;p46">
            <a:extLst>
              <a:ext uri="{FF2B5EF4-FFF2-40B4-BE49-F238E27FC236}">
                <a16:creationId xmlns:a16="http://schemas.microsoft.com/office/drawing/2014/main" id="{45393887-B485-81A4-943B-5513D417B1DB}"/>
              </a:ext>
            </a:extLst>
          </p:cNvPr>
          <p:cNvCxnSpPr>
            <a:cxnSpLocks/>
            <a:stCxn id="1142" idx="2"/>
            <a:endCxn id="1025" idx="0"/>
          </p:cNvCxnSpPr>
          <p:nvPr/>
        </p:nvCxnSpPr>
        <p:spPr>
          <a:xfrm flipH="1">
            <a:off x="1209808" y="2898848"/>
            <a:ext cx="4253492" cy="99871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09;p46">
            <a:extLst>
              <a:ext uri="{FF2B5EF4-FFF2-40B4-BE49-F238E27FC236}">
                <a16:creationId xmlns:a16="http://schemas.microsoft.com/office/drawing/2014/main" id="{68FD8A06-56C9-EC7F-0C9C-217C26AF74B4}"/>
              </a:ext>
            </a:extLst>
          </p:cNvPr>
          <p:cNvCxnSpPr>
            <a:cxnSpLocks/>
            <a:stCxn id="1142" idx="2"/>
            <a:endCxn id="1026" idx="0"/>
          </p:cNvCxnSpPr>
          <p:nvPr/>
        </p:nvCxnSpPr>
        <p:spPr>
          <a:xfrm flipH="1">
            <a:off x="3106396" y="2898848"/>
            <a:ext cx="2356904" cy="98293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7" name="Google Shape;1110;p46">
            <a:extLst>
              <a:ext uri="{FF2B5EF4-FFF2-40B4-BE49-F238E27FC236}">
                <a16:creationId xmlns:a16="http://schemas.microsoft.com/office/drawing/2014/main" id="{3EFDB30C-43CB-C74C-51C2-7416CB6C4FE5}"/>
              </a:ext>
            </a:extLst>
          </p:cNvPr>
          <p:cNvCxnSpPr>
            <a:cxnSpLocks/>
            <a:stCxn id="1142" idx="2"/>
            <a:endCxn id="1144" idx="0"/>
          </p:cNvCxnSpPr>
          <p:nvPr/>
        </p:nvCxnSpPr>
        <p:spPr>
          <a:xfrm flipH="1">
            <a:off x="5032842" y="2898848"/>
            <a:ext cx="430458" cy="9899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8" name="Google Shape;1111;p46">
            <a:extLst>
              <a:ext uri="{FF2B5EF4-FFF2-40B4-BE49-F238E27FC236}">
                <a16:creationId xmlns:a16="http://schemas.microsoft.com/office/drawing/2014/main" id="{DDBD5416-B2BE-03D8-68DD-B1C5D646D3CC}"/>
              </a:ext>
            </a:extLst>
          </p:cNvPr>
          <p:cNvCxnSpPr>
            <a:cxnSpLocks/>
            <a:stCxn id="1142" idx="2"/>
            <a:endCxn id="1152" idx="0"/>
          </p:cNvCxnSpPr>
          <p:nvPr/>
        </p:nvCxnSpPr>
        <p:spPr>
          <a:xfrm>
            <a:off x="5463300" y="2898848"/>
            <a:ext cx="1460696" cy="9952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9" name="Google Shape;1112;p46">
            <a:extLst>
              <a:ext uri="{FF2B5EF4-FFF2-40B4-BE49-F238E27FC236}">
                <a16:creationId xmlns:a16="http://schemas.microsoft.com/office/drawing/2014/main" id="{A08D150E-7CB8-C248-92AE-BBC30FC0C3EA}"/>
              </a:ext>
            </a:extLst>
          </p:cNvPr>
          <p:cNvCxnSpPr>
            <a:cxnSpLocks/>
            <a:stCxn id="1146" idx="2"/>
            <a:endCxn id="1025" idx="0"/>
          </p:cNvCxnSpPr>
          <p:nvPr/>
        </p:nvCxnSpPr>
        <p:spPr>
          <a:xfrm flipH="1">
            <a:off x="1209808" y="2911588"/>
            <a:ext cx="5147430" cy="9859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0" name="Google Shape;1113;p46">
            <a:extLst>
              <a:ext uri="{FF2B5EF4-FFF2-40B4-BE49-F238E27FC236}">
                <a16:creationId xmlns:a16="http://schemas.microsoft.com/office/drawing/2014/main" id="{DA2F0D09-4898-3B3A-159C-E52C81C76CA6}"/>
              </a:ext>
            </a:extLst>
          </p:cNvPr>
          <p:cNvCxnSpPr>
            <a:cxnSpLocks/>
            <a:stCxn id="1146" idx="2"/>
            <a:endCxn id="1026" idx="0"/>
          </p:cNvCxnSpPr>
          <p:nvPr/>
        </p:nvCxnSpPr>
        <p:spPr>
          <a:xfrm flipH="1">
            <a:off x="3106396" y="2911588"/>
            <a:ext cx="3250842" cy="9701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1" name="Google Shape;1114;p46">
            <a:extLst>
              <a:ext uri="{FF2B5EF4-FFF2-40B4-BE49-F238E27FC236}">
                <a16:creationId xmlns:a16="http://schemas.microsoft.com/office/drawing/2014/main" id="{B76E983B-DE2C-59DB-B0F6-EB434E43E0B7}"/>
              </a:ext>
            </a:extLst>
          </p:cNvPr>
          <p:cNvCxnSpPr>
            <a:cxnSpLocks/>
            <a:stCxn id="1146" idx="2"/>
            <a:endCxn id="1144" idx="0"/>
          </p:cNvCxnSpPr>
          <p:nvPr/>
        </p:nvCxnSpPr>
        <p:spPr>
          <a:xfrm flipH="1">
            <a:off x="5032842" y="2911588"/>
            <a:ext cx="1324396" cy="9772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2" name="Google Shape;1115;p46">
            <a:extLst>
              <a:ext uri="{FF2B5EF4-FFF2-40B4-BE49-F238E27FC236}">
                <a16:creationId xmlns:a16="http://schemas.microsoft.com/office/drawing/2014/main" id="{10B0705C-BF6A-A31E-03BB-8C4AB0A6E7F0}"/>
              </a:ext>
            </a:extLst>
          </p:cNvPr>
          <p:cNvCxnSpPr>
            <a:cxnSpLocks/>
            <a:stCxn id="1146" idx="2"/>
            <a:endCxn id="1152" idx="0"/>
          </p:cNvCxnSpPr>
          <p:nvPr/>
        </p:nvCxnSpPr>
        <p:spPr>
          <a:xfrm>
            <a:off x="6357238" y="2911588"/>
            <a:ext cx="566758" cy="9825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3" name="Google Shape;1116;p46">
            <a:extLst>
              <a:ext uri="{FF2B5EF4-FFF2-40B4-BE49-F238E27FC236}">
                <a16:creationId xmlns:a16="http://schemas.microsoft.com/office/drawing/2014/main" id="{B8EEF132-E58C-B692-5860-C3327ED50555}"/>
              </a:ext>
            </a:extLst>
          </p:cNvPr>
          <p:cNvCxnSpPr>
            <a:cxnSpLocks/>
            <a:stCxn id="1148" idx="2"/>
            <a:endCxn id="1025" idx="0"/>
          </p:cNvCxnSpPr>
          <p:nvPr/>
        </p:nvCxnSpPr>
        <p:spPr>
          <a:xfrm flipH="1">
            <a:off x="1209808" y="2911600"/>
            <a:ext cx="5677708" cy="985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4" name="Google Shape;1117;p46">
            <a:extLst>
              <a:ext uri="{FF2B5EF4-FFF2-40B4-BE49-F238E27FC236}">
                <a16:creationId xmlns:a16="http://schemas.microsoft.com/office/drawing/2014/main" id="{85D0DFD6-2DC6-4969-1CF2-BA0931CD6593}"/>
              </a:ext>
            </a:extLst>
          </p:cNvPr>
          <p:cNvCxnSpPr>
            <a:cxnSpLocks/>
            <a:stCxn id="1148" idx="2"/>
            <a:endCxn id="1026" idx="0"/>
          </p:cNvCxnSpPr>
          <p:nvPr/>
        </p:nvCxnSpPr>
        <p:spPr>
          <a:xfrm flipH="1">
            <a:off x="3106396" y="2911600"/>
            <a:ext cx="3781120" cy="9701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5" name="Google Shape;1118;p46">
            <a:extLst>
              <a:ext uri="{FF2B5EF4-FFF2-40B4-BE49-F238E27FC236}">
                <a16:creationId xmlns:a16="http://schemas.microsoft.com/office/drawing/2014/main" id="{7516D075-03F8-7AF2-BC12-FF2C75220E3E}"/>
              </a:ext>
            </a:extLst>
          </p:cNvPr>
          <p:cNvCxnSpPr>
            <a:cxnSpLocks/>
            <a:stCxn id="1148" idx="2"/>
            <a:endCxn id="1144" idx="0"/>
          </p:cNvCxnSpPr>
          <p:nvPr/>
        </p:nvCxnSpPr>
        <p:spPr>
          <a:xfrm flipH="1">
            <a:off x="5032842" y="2911600"/>
            <a:ext cx="1854674" cy="9772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6" name="Google Shape;1119;p46">
            <a:extLst>
              <a:ext uri="{FF2B5EF4-FFF2-40B4-BE49-F238E27FC236}">
                <a16:creationId xmlns:a16="http://schemas.microsoft.com/office/drawing/2014/main" id="{BE3F8BC3-372D-6CC0-646B-75213EC78DF7}"/>
              </a:ext>
            </a:extLst>
          </p:cNvPr>
          <p:cNvCxnSpPr>
            <a:cxnSpLocks/>
            <a:stCxn id="1148" idx="2"/>
            <a:endCxn id="1152" idx="0"/>
          </p:cNvCxnSpPr>
          <p:nvPr/>
        </p:nvCxnSpPr>
        <p:spPr>
          <a:xfrm>
            <a:off x="6887516" y="2911600"/>
            <a:ext cx="36480" cy="9824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7" name="Google Shape;1120;p46">
            <a:extLst>
              <a:ext uri="{FF2B5EF4-FFF2-40B4-BE49-F238E27FC236}">
                <a16:creationId xmlns:a16="http://schemas.microsoft.com/office/drawing/2014/main" id="{BB1D56C9-472E-57E7-2B6C-BD970B71FCC6}"/>
              </a:ext>
            </a:extLst>
          </p:cNvPr>
          <p:cNvCxnSpPr>
            <a:cxnSpLocks/>
            <a:stCxn id="1150" idx="2"/>
            <a:endCxn id="1025" idx="0"/>
          </p:cNvCxnSpPr>
          <p:nvPr/>
        </p:nvCxnSpPr>
        <p:spPr>
          <a:xfrm flipH="1">
            <a:off x="1209808" y="2915121"/>
            <a:ext cx="6153884" cy="9824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8" name="Google Shape;1121;p46">
            <a:extLst>
              <a:ext uri="{FF2B5EF4-FFF2-40B4-BE49-F238E27FC236}">
                <a16:creationId xmlns:a16="http://schemas.microsoft.com/office/drawing/2014/main" id="{5B5C5832-1736-61F6-45D6-878839A0F0F6}"/>
              </a:ext>
            </a:extLst>
          </p:cNvPr>
          <p:cNvCxnSpPr>
            <a:cxnSpLocks/>
            <a:stCxn id="1150" idx="2"/>
            <a:endCxn id="1026" idx="0"/>
          </p:cNvCxnSpPr>
          <p:nvPr/>
        </p:nvCxnSpPr>
        <p:spPr>
          <a:xfrm flipH="1">
            <a:off x="3106396" y="2915121"/>
            <a:ext cx="4257296" cy="9666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9" name="Google Shape;1122;p46">
            <a:extLst>
              <a:ext uri="{FF2B5EF4-FFF2-40B4-BE49-F238E27FC236}">
                <a16:creationId xmlns:a16="http://schemas.microsoft.com/office/drawing/2014/main" id="{D75C4D13-F575-3600-D13D-CE9FF6086C2E}"/>
              </a:ext>
            </a:extLst>
          </p:cNvPr>
          <p:cNvCxnSpPr>
            <a:cxnSpLocks/>
            <a:stCxn id="1150" idx="2"/>
            <a:endCxn id="1144" idx="0"/>
          </p:cNvCxnSpPr>
          <p:nvPr/>
        </p:nvCxnSpPr>
        <p:spPr>
          <a:xfrm flipH="1">
            <a:off x="5032842" y="2915121"/>
            <a:ext cx="2330850" cy="9736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123;p46">
            <a:extLst>
              <a:ext uri="{FF2B5EF4-FFF2-40B4-BE49-F238E27FC236}">
                <a16:creationId xmlns:a16="http://schemas.microsoft.com/office/drawing/2014/main" id="{B7DB8987-89DB-1DBF-AA67-F8AC607B46C3}"/>
              </a:ext>
            </a:extLst>
          </p:cNvPr>
          <p:cNvCxnSpPr>
            <a:cxnSpLocks/>
            <a:stCxn id="1150" idx="2"/>
            <a:endCxn id="1152" idx="0"/>
          </p:cNvCxnSpPr>
          <p:nvPr/>
        </p:nvCxnSpPr>
        <p:spPr>
          <a:xfrm flipH="1">
            <a:off x="6923996" y="2915121"/>
            <a:ext cx="439696" cy="9789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1" name="Google Shape;1124;p46">
            <a:extLst>
              <a:ext uri="{FF2B5EF4-FFF2-40B4-BE49-F238E27FC236}">
                <a16:creationId xmlns:a16="http://schemas.microsoft.com/office/drawing/2014/main" id="{49FEF8C4-DF48-DC4E-0580-BD832F6F3C5A}"/>
              </a:ext>
            </a:extLst>
          </p:cNvPr>
          <p:cNvSpPr/>
          <p:nvPr/>
        </p:nvSpPr>
        <p:spPr>
          <a:xfrm>
            <a:off x="416304" y="1192600"/>
            <a:ext cx="14838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125;p46">
            <a:extLst>
              <a:ext uri="{FF2B5EF4-FFF2-40B4-BE49-F238E27FC236}">
                <a16:creationId xmlns:a16="http://schemas.microsoft.com/office/drawing/2014/main" id="{61698A9F-1BF5-3ED8-86F9-76F4A37C6C60}"/>
              </a:ext>
            </a:extLst>
          </p:cNvPr>
          <p:cNvSpPr txBox="1"/>
          <p:nvPr/>
        </p:nvSpPr>
        <p:spPr>
          <a:xfrm>
            <a:off x="988238" y="109027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3" name="Google Shape;1126;p46">
            <a:extLst>
              <a:ext uri="{FF2B5EF4-FFF2-40B4-BE49-F238E27FC236}">
                <a16:creationId xmlns:a16="http://schemas.microsoft.com/office/drawing/2014/main" id="{D5422EBD-4317-5F7A-AE82-E3F4DE7CB65B}"/>
              </a:ext>
            </a:extLst>
          </p:cNvPr>
          <p:cNvSpPr/>
          <p:nvPr/>
        </p:nvSpPr>
        <p:spPr>
          <a:xfrm>
            <a:off x="2321050" y="1192600"/>
            <a:ext cx="14457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127;p46">
            <a:extLst>
              <a:ext uri="{FF2B5EF4-FFF2-40B4-BE49-F238E27FC236}">
                <a16:creationId xmlns:a16="http://schemas.microsoft.com/office/drawing/2014/main" id="{EE81825E-D08B-146D-683F-EA0445ADAD28}"/>
              </a:ext>
            </a:extLst>
          </p:cNvPr>
          <p:cNvSpPr txBox="1"/>
          <p:nvPr/>
        </p:nvSpPr>
        <p:spPr>
          <a:xfrm>
            <a:off x="2822325" y="10892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5" name="Google Shape;1128;p46">
            <a:extLst>
              <a:ext uri="{FF2B5EF4-FFF2-40B4-BE49-F238E27FC236}">
                <a16:creationId xmlns:a16="http://schemas.microsoft.com/office/drawing/2014/main" id="{01CE471E-8E40-9818-4218-3FD65358C2E6}"/>
              </a:ext>
            </a:extLst>
          </p:cNvPr>
          <p:cNvSpPr/>
          <p:nvPr/>
        </p:nvSpPr>
        <p:spPr>
          <a:xfrm>
            <a:off x="4209280" y="1192600"/>
            <a:ext cx="15471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129;p46">
            <a:extLst>
              <a:ext uri="{FF2B5EF4-FFF2-40B4-BE49-F238E27FC236}">
                <a16:creationId xmlns:a16="http://schemas.microsoft.com/office/drawing/2014/main" id="{03A32C5B-B32A-8FE4-EA89-3F9ACF96FFB0}"/>
              </a:ext>
            </a:extLst>
          </p:cNvPr>
          <p:cNvSpPr txBox="1"/>
          <p:nvPr/>
        </p:nvSpPr>
        <p:spPr>
          <a:xfrm>
            <a:off x="4816313" y="1081366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7" name="Google Shape;1130;p46">
            <a:extLst>
              <a:ext uri="{FF2B5EF4-FFF2-40B4-BE49-F238E27FC236}">
                <a16:creationId xmlns:a16="http://schemas.microsoft.com/office/drawing/2014/main" id="{C4B6967A-ACCD-5A55-50A3-3A7114D70478}"/>
              </a:ext>
            </a:extLst>
          </p:cNvPr>
          <p:cNvSpPr/>
          <p:nvPr/>
        </p:nvSpPr>
        <p:spPr>
          <a:xfrm>
            <a:off x="6121750" y="1192600"/>
            <a:ext cx="1512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131;p46">
            <a:extLst>
              <a:ext uri="{FF2B5EF4-FFF2-40B4-BE49-F238E27FC236}">
                <a16:creationId xmlns:a16="http://schemas.microsoft.com/office/drawing/2014/main" id="{FC7358BE-FE56-CEBD-DDE4-0CF5ABADE30A}"/>
              </a:ext>
            </a:extLst>
          </p:cNvPr>
          <p:cNvSpPr txBox="1"/>
          <p:nvPr/>
        </p:nvSpPr>
        <p:spPr>
          <a:xfrm>
            <a:off x="6679050" y="1092779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209" name="Google Shape;1134;p46">
            <a:extLst>
              <a:ext uri="{FF2B5EF4-FFF2-40B4-BE49-F238E27FC236}">
                <a16:creationId xmlns:a16="http://schemas.microsoft.com/office/drawing/2014/main" id="{E86B5A67-069F-C998-103C-238ABD12C7EE}"/>
              </a:ext>
            </a:extLst>
          </p:cNvPr>
          <p:cNvCxnSpPr/>
          <p:nvPr/>
        </p:nvCxnSpPr>
        <p:spPr>
          <a:xfrm rot="10800000" flipH="1">
            <a:off x="5023625" y="1679325"/>
            <a:ext cx="13200" cy="75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0" name="Google Shape;1135;p46">
            <a:extLst>
              <a:ext uri="{FF2B5EF4-FFF2-40B4-BE49-F238E27FC236}">
                <a16:creationId xmlns:a16="http://schemas.microsoft.com/office/drawing/2014/main" id="{FBE4727A-EAE7-C225-0BCD-232ABF20FFD3}"/>
              </a:ext>
            </a:extLst>
          </p:cNvPr>
          <p:cNvCxnSpPr/>
          <p:nvPr/>
        </p:nvCxnSpPr>
        <p:spPr>
          <a:xfrm rot="10800000" flipH="1">
            <a:off x="3052800" y="1672188"/>
            <a:ext cx="13200" cy="75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1" name="Google Shape;1136;p46">
            <a:extLst>
              <a:ext uri="{FF2B5EF4-FFF2-40B4-BE49-F238E27FC236}">
                <a16:creationId xmlns:a16="http://schemas.microsoft.com/office/drawing/2014/main" id="{D778DFDF-C865-2399-C90D-96D4E5BCB3ED}"/>
              </a:ext>
            </a:extLst>
          </p:cNvPr>
          <p:cNvCxnSpPr/>
          <p:nvPr/>
        </p:nvCxnSpPr>
        <p:spPr>
          <a:xfrm rot="10800000" flipH="1">
            <a:off x="1155075" y="1672688"/>
            <a:ext cx="13200" cy="75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2" name="Google Shape;1137;p46">
            <a:extLst>
              <a:ext uri="{FF2B5EF4-FFF2-40B4-BE49-F238E27FC236}">
                <a16:creationId xmlns:a16="http://schemas.microsoft.com/office/drawing/2014/main" id="{8048E3A6-2704-D7D8-61BB-30C641386F1B}"/>
              </a:ext>
            </a:extLst>
          </p:cNvPr>
          <p:cNvCxnSpPr/>
          <p:nvPr/>
        </p:nvCxnSpPr>
        <p:spPr>
          <a:xfrm rot="10800000" flipH="1">
            <a:off x="6882250" y="1673938"/>
            <a:ext cx="13200" cy="75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47"/>
          <p:cNvSpPr txBox="1"/>
          <p:nvPr/>
        </p:nvSpPr>
        <p:spPr>
          <a:xfrm>
            <a:off x="122633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7"/>
          <p:cNvSpPr txBox="1"/>
          <p:nvPr/>
        </p:nvSpPr>
        <p:spPr>
          <a:xfrm>
            <a:off x="50505" y="4445367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4" name="Google Shape;114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47"/>
          <p:cNvSpPr txBox="1"/>
          <p:nvPr/>
        </p:nvSpPr>
        <p:spPr>
          <a:xfrm>
            <a:off x="50505" y="3777766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47"/>
          <p:cNvSpPr/>
          <p:nvPr/>
        </p:nvSpPr>
        <p:spPr>
          <a:xfrm>
            <a:off x="138284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47"/>
          <p:cNvSpPr/>
          <p:nvPr/>
        </p:nvSpPr>
        <p:spPr>
          <a:xfrm>
            <a:off x="137827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47"/>
          <p:cNvSpPr/>
          <p:nvPr/>
        </p:nvSpPr>
        <p:spPr>
          <a:xfrm>
            <a:off x="19517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47"/>
          <p:cNvSpPr/>
          <p:nvPr/>
        </p:nvSpPr>
        <p:spPr>
          <a:xfrm>
            <a:off x="25805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47"/>
          <p:cNvSpPr/>
          <p:nvPr/>
        </p:nvSpPr>
        <p:spPr>
          <a:xfrm>
            <a:off x="32093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47"/>
          <p:cNvSpPr txBox="1"/>
          <p:nvPr/>
        </p:nvSpPr>
        <p:spPr>
          <a:xfrm>
            <a:off x="13785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52" name="Google Shape;1152;p47"/>
          <p:cNvSpPr txBox="1"/>
          <p:nvPr/>
        </p:nvSpPr>
        <p:spPr>
          <a:xfrm>
            <a:off x="19797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53" name="Google Shape;1153;p47"/>
          <p:cNvSpPr txBox="1"/>
          <p:nvPr/>
        </p:nvSpPr>
        <p:spPr>
          <a:xfrm>
            <a:off x="259452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54" name="Google Shape;1154;p47"/>
          <p:cNvSpPr txBox="1"/>
          <p:nvPr/>
        </p:nvSpPr>
        <p:spPr>
          <a:xfrm>
            <a:off x="320931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55" name="Google Shape;1155;p47"/>
          <p:cNvSpPr/>
          <p:nvPr/>
        </p:nvSpPr>
        <p:spPr>
          <a:xfrm>
            <a:off x="138284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47"/>
          <p:cNvSpPr/>
          <p:nvPr/>
        </p:nvSpPr>
        <p:spPr>
          <a:xfrm>
            <a:off x="137827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47"/>
          <p:cNvSpPr/>
          <p:nvPr/>
        </p:nvSpPr>
        <p:spPr>
          <a:xfrm>
            <a:off x="19517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47"/>
          <p:cNvSpPr/>
          <p:nvPr/>
        </p:nvSpPr>
        <p:spPr>
          <a:xfrm>
            <a:off x="25805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7"/>
          <p:cNvSpPr/>
          <p:nvPr/>
        </p:nvSpPr>
        <p:spPr>
          <a:xfrm>
            <a:off x="32093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47"/>
          <p:cNvSpPr txBox="1"/>
          <p:nvPr/>
        </p:nvSpPr>
        <p:spPr>
          <a:xfrm>
            <a:off x="137888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1" name="Google Shape;1161;p47"/>
          <p:cNvSpPr txBox="1"/>
          <p:nvPr/>
        </p:nvSpPr>
        <p:spPr>
          <a:xfrm>
            <a:off x="197971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2" name="Google Shape;1162;p47"/>
          <p:cNvSpPr txBox="1"/>
          <p:nvPr/>
        </p:nvSpPr>
        <p:spPr>
          <a:xfrm>
            <a:off x="259452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3" name="Google Shape;1163;p47"/>
          <p:cNvSpPr txBox="1"/>
          <p:nvPr/>
        </p:nvSpPr>
        <p:spPr>
          <a:xfrm>
            <a:off x="320931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4" name="Google Shape;1164;p47"/>
          <p:cNvSpPr txBox="1"/>
          <p:nvPr/>
        </p:nvSpPr>
        <p:spPr>
          <a:xfrm>
            <a:off x="50505" y="3108388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5" name="Google Shape;116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47"/>
          <p:cNvSpPr/>
          <p:nvPr/>
        </p:nvSpPr>
        <p:spPr>
          <a:xfrm>
            <a:off x="138284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47"/>
          <p:cNvSpPr/>
          <p:nvPr/>
        </p:nvSpPr>
        <p:spPr>
          <a:xfrm>
            <a:off x="137827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47"/>
          <p:cNvSpPr/>
          <p:nvPr/>
        </p:nvSpPr>
        <p:spPr>
          <a:xfrm>
            <a:off x="19517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47"/>
          <p:cNvSpPr/>
          <p:nvPr/>
        </p:nvSpPr>
        <p:spPr>
          <a:xfrm>
            <a:off x="25805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47"/>
          <p:cNvSpPr/>
          <p:nvPr/>
        </p:nvSpPr>
        <p:spPr>
          <a:xfrm>
            <a:off x="32093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47"/>
          <p:cNvSpPr txBox="1"/>
          <p:nvPr/>
        </p:nvSpPr>
        <p:spPr>
          <a:xfrm>
            <a:off x="13785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2" name="Google Shape;1172;p47"/>
          <p:cNvSpPr txBox="1"/>
          <p:nvPr/>
        </p:nvSpPr>
        <p:spPr>
          <a:xfrm>
            <a:off x="19797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3" name="Google Shape;1173;p47"/>
          <p:cNvSpPr txBox="1"/>
          <p:nvPr/>
        </p:nvSpPr>
        <p:spPr>
          <a:xfrm>
            <a:off x="259452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4" name="Google Shape;1174;p47"/>
          <p:cNvSpPr txBox="1"/>
          <p:nvPr/>
        </p:nvSpPr>
        <p:spPr>
          <a:xfrm>
            <a:off x="320931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5" name="Google Shape;1175;p47"/>
          <p:cNvSpPr/>
          <p:nvPr/>
        </p:nvSpPr>
        <p:spPr>
          <a:xfrm>
            <a:off x="116404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76" name="Google Shape;1176;p47"/>
          <p:cNvSpPr/>
          <p:nvPr/>
        </p:nvSpPr>
        <p:spPr>
          <a:xfrm>
            <a:off x="173751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77" name="Google Shape;1177;p47"/>
          <p:cNvSpPr/>
          <p:nvPr/>
        </p:nvSpPr>
        <p:spPr>
          <a:xfrm>
            <a:off x="235623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78" name="Google Shape;1178;p47"/>
          <p:cNvSpPr/>
          <p:nvPr/>
        </p:nvSpPr>
        <p:spPr>
          <a:xfrm>
            <a:off x="297491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79" name="Google Shape;1179;p47"/>
          <p:cNvSpPr txBox="1"/>
          <p:nvPr/>
        </p:nvSpPr>
        <p:spPr>
          <a:xfrm>
            <a:off x="50505" y="2484540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0" name="Google Shape;118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13804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47"/>
          <p:cNvSpPr/>
          <p:nvPr/>
        </p:nvSpPr>
        <p:spPr>
          <a:xfrm>
            <a:off x="138284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47"/>
          <p:cNvSpPr/>
          <p:nvPr/>
        </p:nvSpPr>
        <p:spPr>
          <a:xfrm>
            <a:off x="1378275" y="1788487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47"/>
          <p:cNvSpPr/>
          <p:nvPr/>
        </p:nvSpPr>
        <p:spPr>
          <a:xfrm>
            <a:off x="19517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47"/>
          <p:cNvSpPr/>
          <p:nvPr/>
        </p:nvSpPr>
        <p:spPr>
          <a:xfrm>
            <a:off x="25805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47"/>
          <p:cNvSpPr/>
          <p:nvPr/>
        </p:nvSpPr>
        <p:spPr>
          <a:xfrm>
            <a:off x="32093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47"/>
          <p:cNvSpPr txBox="1"/>
          <p:nvPr/>
        </p:nvSpPr>
        <p:spPr>
          <a:xfrm>
            <a:off x="137856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87" name="Google Shape;1187;p47"/>
          <p:cNvSpPr txBox="1"/>
          <p:nvPr/>
        </p:nvSpPr>
        <p:spPr>
          <a:xfrm>
            <a:off x="197971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88" name="Google Shape;1188;p47"/>
          <p:cNvSpPr txBox="1"/>
          <p:nvPr/>
        </p:nvSpPr>
        <p:spPr>
          <a:xfrm>
            <a:off x="2594525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89" name="Google Shape;1189;p47"/>
          <p:cNvSpPr txBox="1"/>
          <p:nvPr/>
        </p:nvSpPr>
        <p:spPr>
          <a:xfrm>
            <a:off x="3209313" y="16889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0" name="Google Shape;1190;p47"/>
          <p:cNvSpPr txBox="1"/>
          <p:nvPr/>
        </p:nvSpPr>
        <p:spPr>
          <a:xfrm>
            <a:off x="50505" y="1784163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1" name="Google Shape;119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6717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47"/>
          <p:cNvSpPr/>
          <p:nvPr/>
        </p:nvSpPr>
        <p:spPr>
          <a:xfrm>
            <a:off x="1382849" y="654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7"/>
          <p:cNvSpPr/>
          <p:nvPr/>
        </p:nvSpPr>
        <p:spPr>
          <a:xfrm>
            <a:off x="1378275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47"/>
          <p:cNvSpPr/>
          <p:nvPr/>
        </p:nvSpPr>
        <p:spPr>
          <a:xfrm>
            <a:off x="19517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47"/>
          <p:cNvSpPr/>
          <p:nvPr/>
        </p:nvSpPr>
        <p:spPr>
          <a:xfrm>
            <a:off x="25805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47"/>
          <p:cNvSpPr/>
          <p:nvPr/>
        </p:nvSpPr>
        <p:spPr>
          <a:xfrm>
            <a:off x="32093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47"/>
          <p:cNvSpPr txBox="1"/>
          <p:nvPr/>
        </p:nvSpPr>
        <p:spPr>
          <a:xfrm>
            <a:off x="137856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8" name="Google Shape;1198;p47"/>
          <p:cNvSpPr txBox="1"/>
          <p:nvPr/>
        </p:nvSpPr>
        <p:spPr>
          <a:xfrm>
            <a:off x="197971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9" name="Google Shape;1199;p47"/>
          <p:cNvSpPr txBox="1"/>
          <p:nvPr/>
        </p:nvSpPr>
        <p:spPr>
          <a:xfrm>
            <a:off x="2594525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0" name="Google Shape;1200;p47"/>
          <p:cNvSpPr txBox="1"/>
          <p:nvPr/>
        </p:nvSpPr>
        <p:spPr>
          <a:xfrm>
            <a:off x="3209313" y="980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1" name="Google Shape;1201;p47"/>
          <p:cNvSpPr txBox="1"/>
          <p:nvPr/>
        </p:nvSpPr>
        <p:spPr>
          <a:xfrm>
            <a:off x="50505" y="1057125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47"/>
          <p:cNvSpPr/>
          <p:nvPr/>
        </p:nvSpPr>
        <p:spPr>
          <a:xfrm>
            <a:off x="113999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03" name="Google Shape;1203;p47"/>
          <p:cNvSpPr/>
          <p:nvPr/>
        </p:nvSpPr>
        <p:spPr>
          <a:xfrm>
            <a:off x="17375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04" name="Google Shape;1204;p47"/>
          <p:cNvSpPr/>
          <p:nvPr/>
        </p:nvSpPr>
        <p:spPr>
          <a:xfrm>
            <a:off x="233504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05" name="Google Shape;1205;p47"/>
          <p:cNvSpPr/>
          <p:nvPr/>
        </p:nvSpPr>
        <p:spPr>
          <a:xfrm>
            <a:off x="29749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1206" name="Google Shape;1206;p47"/>
          <p:cNvCxnSpPr/>
          <p:nvPr/>
        </p:nvCxnSpPr>
        <p:spPr>
          <a:xfrm flipH="1">
            <a:off x="153199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7" name="Google Shape;1207;p47"/>
          <p:cNvCxnSpPr/>
          <p:nvPr/>
        </p:nvCxnSpPr>
        <p:spPr>
          <a:xfrm>
            <a:off x="153229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8" name="Google Shape;1208;p47"/>
          <p:cNvCxnSpPr/>
          <p:nvPr/>
        </p:nvCxnSpPr>
        <p:spPr>
          <a:xfrm>
            <a:off x="153229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9" name="Google Shape;1209;p47"/>
          <p:cNvCxnSpPr/>
          <p:nvPr/>
        </p:nvCxnSpPr>
        <p:spPr>
          <a:xfrm>
            <a:off x="153229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0" name="Google Shape;1210;p47"/>
          <p:cNvCxnSpPr/>
          <p:nvPr/>
        </p:nvCxnSpPr>
        <p:spPr>
          <a:xfrm rot="10800000" flipH="1">
            <a:off x="153195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1" name="Google Shape;1211;p47"/>
          <p:cNvCxnSpPr/>
          <p:nvPr/>
        </p:nvCxnSpPr>
        <p:spPr>
          <a:xfrm rot="10800000" flipH="1">
            <a:off x="153195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2" name="Google Shape;1212;p47"/>
          <p:cNvCxnSpPr/>
          <p:nvPr/>
        </p:nvCxnSpPr>
        <p:spPr>
          <a:xfrm rot="10800000" flipH="1">
            <a:off x="153195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1213;p47"/>
          <p:cNvCxnSpPr/>
          <p:nvPr/>
        </p:nvCxnSpPr>
        <p:spPr>
          <a:xfrm>
            <a:off x="217204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1214;p47"/>
          <p:cNvCxnSpPr/>
          <p:nvPr/>
        </p:nvCxnSpPr>
        <p:spPr>
          <a:xfrm rot="10800000" flipH="1">
            <a:off x="217204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47"/>
          <p:cNvCxnSpPr/>
          <p:nvPr/>
        </p:nvCxnSpPr>
        <p:spPr>
          <a:xfrm>
            <a:off x="217204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47"/>
          <p:cNvCxnSpPr/>
          <p:nvPr/>
        </p:nvCxnSpPr>
        <p:spPr>
          <a:xfrm rot="10800000" flipH="1">
            <a:off x="282668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47"/>
          <p:cNvCxnSpPr/>
          <p:nvPr/>
        </p:nvCxnSpPr>
        <p:spPr>
          <a:xfrm>
            <a:off x="282668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Google Shape;1218;p47"/>
          <p:cNvCxnSpPr/>
          <p:nvPr/>
        </p:nvCxnSpPr>
        <p:spPr>
          <a:xfrm>
            <a:off x="282668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1219;p47"/>
          <p:cNvCxnSpPr/>
          <p:nvPr/>
        </p:nvCxnSpPr>
        <p:spPr>
          <a:xfrm rot="10800000">
            <a:off x="348129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Google Shape;1220;p47"/>
          <p:cNvCxnSpPr/>
          <p:nvPr/>
        </p:nvCxnSpPr>
        <p:spPr>
          <a:xfrm rot="10800000">
            <a:off x="217209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1221;p47"/>
          <p:cNvCxnSpPr/>
          <p:nvPr/>
        </p:nvCxnSpPr>
        <p:spPr>
          <a:xfrm rot="10800000" flipH="1">
            <a:off x="217204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2" name="Google Shape;1222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03E58-FFBB-E4FB-6021-350C585571E6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8" name="Google Shape;122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50" y="1951250"/>
            <a:ext cx="3605825" cy="30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48"/>
          <p:cNvSpPr txBox="1"/>
          <p:nvPr/>
        </p:nvSpPr>
        <p:spPr>
          <a:xfrm>
            <a:off x="370550" y="1088525"/>
            <a:ext cx="503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Разные головы self-attention “обращают внимание” на разные токены и разную информацию в них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230" name="Google Shape;1230;p48"/>
          <p:cNvSpPr/>
          <p:nvPr/>
        </p:nvSpPr>
        <p:spPr>
          <a:xfrm>
            <a:off x="397000" y="1826250"/>
            <a:ext cx="1773300" cy="1251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30463-896F-26FF-3901-984D915988D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49"/>
          <p:cNvSpPr txBox="1"/>
          <p:nvPr/>
        </p:nvSpPr>
        <p:spPr>
          <a:xfrm>
            <a:off x="370550" y="1088525"/>
            <a:ext cx="503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Разные головы self-attention “обращают внимание” на разные токены и разную информацию в них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237" name="Google Shape;1237;p49"/>
          <p:cNvSpPr/>
          <p:nvPr/>
        </p:nvSpPr>
        <p:spPr>
          <a:xfrm>
            <a:off x="397000" y="1826250"/>
            <a:ext cx="1773300" cy="1251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8" name="Google Shape;12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27" y="1951250"/>
            <a:ext cx="3760400" cy="29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447CDC-297A-C4BD-6C68-F77D90FC83B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4" name="Google Shape;12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0" y="2421775"/>
            <a:ext cx="2072597" cy="2659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50"/>
          <p:cNvSpPr txBox="1"/>
          <p:nvPr/>
        </p:nvSpPr>
        <p:spPr>
          <a:xfrm>
            <a:off x="426400" y="1005775"/>
            <a:ext cx="3996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Мы почти собрали Encoder.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Чего не хватает: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Positional Encoding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6290DA-08BF-F509-C684-C7CF13B9A4C2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51"/>
          <p:cNvSpPr txBox="1"/>
          <p:nvPr/>
        </p:nvSpPr>
        <p:spPr>
          <a:xfrm>
            <a:off x="122633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2" name="Google Shape;125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51"/>
          <p:cNvSpPr/>
          <p:nvPr/>
        </p:nvSpPr>
        <p:spPr>
          <a:xfrm>
            <a:off x="138284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51"/>
          <p:cNvSpPr/>
          <p:nvPr/>
        </p:nvSpPr>
        <p:spPr>
          <a:xfrm>
            <a:off x="137827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51"/>
          <p:cNvSpPr/>
          <p:nvPr/>
        </p:nvSpPr>
        <p:spPr>
          <a:xfrm>
            <a:off x="19517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51"/>
          <p:cNvSpPr/>
          <p:nvPr/>
        </p:nvSpPr>
        <p:spPr>
          <a:xfrm>
            <a:off x="25805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51"/>
          <p:cNvSpPr/>
          <p:nvPr/>
        </p:nvSpPr>
        <p:spPr>
          <a:xfrm>
            <a:off x="32093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51"/>
          <p:cNvSpPr txBox="1"/>
          <p:nvPr/>
        </p:nvSpPr>
        <p:spPr>
          <a:xfrm>
            <a:off x="13785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0" name="Google Shape;1260;p51"/>
          <p:cNvSpPr txBox="1"/>
          <p:nvPr/>
        </p:nvSpPr>
        <p:spPr>
          <a:xfrm>
            <a:off x="19797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1" name="Google Shape;1261;p51"/>
          <p:cNvSpPr txBox="1"/>
          <p:nvPr/>
        </p:nvSpPr>
        <p:spPr>
          <a:xfrm>
            <a:off x="259452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2" name="Google Shape;1262;p51"/>
          <p:cNvSpPr txBox="1"/>
          <p:nvPr/>
        </p:nvSpPr>
        <p:spPr>
          <a:xfrm>
            <a:off x="320931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3" name="Google Shape;1263;p51"/>
          <p:cNvSpPr/>
          <p:nvPr/>
        </p:nvSpPr>
        <p:spPr>
          <a:xfrm>
            <a:off x="138284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51"/>
          <p:cNvSpPr/>
          <p:nvPr/>
        </p:nvSpPr>
        <p:spPr>
          <a:xfrm>
            <a:off x="137827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51"/>
          <p:cNvSpPr/>
          <p:nvPr/>
        </p:nvSpPr>
        <p:spPr>
          <a:xfrm>
            <a:off x="19517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51"/>
          <p:cNvSpPr/>
          <p:nvPr/>
        </p:nvSpPr>
        <p:spPr>
          <a:xfrm>
            <a:off x="25805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51"/>
          <p:cNvSpPr/>
          <p:nvPr/>
        </p:nvSpPr>
        <p:spPr>
          <a:xfrm>
            <a:off x="32093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51"/>
          <p:cNvSpPr txBox="1"/>
          <p:nvPr/>
        </p:nvSpPr>
        <p:spPr>
          <a:xfrm>
            <a:off x="137888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9" name="Google Shape;1269;p51"/>
          <p:cNvSpPr txBox="1"/>
          <p:nvPr/>
        </p:nvSpPr>
        <p:spPr>
          <a:xfrm>
            <a:off x="197971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70" name="Google Shape;1270;p51"/>
          <p:cNvSpPr txBox="1"/>
          <p:nvPr/>
        </p:nvSpPr>
        <p:spPr>
          <a:xfrm>
            <a:off x="259452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71" name="Google Shape;1271;p51"/>
          <p:cNvSpPr txBox="1"/>
          <p:nvPr/>
        </p:nvSpPr>
        <p:spPr>
          <a:xfrm>
            <a:off x="320931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273" name="Google Shape;127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51"/>
          <p:cNvSpPr/>
          <p:nvPr/>
        </p:nvSpPr>
        <p:spPr>
          <a:xfrm>
            <a:off x="138284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51"/>
          <p:cNvSpPr/>
          <p:nvPr/>
        </p:nvSpPr>
        <p:spPr>
          <a:xfrm>
            <a:off x="137827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51"/>
          <p:cNvSpPr/>
          <p:nvPr/>
        </p:nvSpPr>
        <p:spPr>
          <a:xfrm>
            <a:off x="19517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51"/>
          <p:cNvSpPr/>
          <p:nvPr/>
        </p:nvSpPr>
        <p:spPr>
          <a:xfrm>
            <a:off x="25805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51"/>
          <p:cNvSpPr/>
          <p:nvPr/>
        </p:nvSpPr>
        <p:spPr>
          <a:xfrm>
            <a:off x="32093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51"/>
          <p:cNvSpPr txBox="1"/>
          <p:nvPr/>
        </p:nvSpPr>
        <p:spPr>
          <a:xfrm>
            <a:off x="13785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80" name="Google Shape;1280;p51"/>
          <p:cNvSpPr txBox="1"/>
          <p:nvPr/>
        </p:nvSpPr>
        <p:spPr>
          <a:xfrm>
            <a:off x="19797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81" name="Google Shape;1281;p51"/>
          <p:cNvSpPr txBox="1"/>
          <p:nvPr/>
        </p:nvSpPr>
        <p:spPr>
          <a:xfrm>
            <a:off x="259452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82" name="Google Shape;1282;p51"/>
          <p:cNvSpPr txBox="1"/>
          <p:nvPr/>
        </p:nvSpPr>
        <p:spPr>
          <a:xfrm>
            <a:off x="320931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83" name="Google Shape;1283;p51"/>
          <p:cNvSpPr/>
          <p:nvPr/>
        </p:nvSpPr>
        <p:spPr>
          <a:xfrm>
            <a:off x="116404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84" name="Google Shape;1284;p51"/>
          <p:cNvSpPr/>
          <p:nvPr/>
        </p:nvSpPr>
        <p:spPr>
          <a:xfrm>
            <a:off x="173751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85" name="Google Shape;1285;p51"/>
          <p:cNvSpPr/>
          <p:nvPr/>
        </p:nvSpPr>
        <p:spPr>
          <a:xfrm>
            <a:off x="235623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86" name="Google Shape;1286;p51"/>
          <p:cNvSpPr/>
          <p:nvPr/>
        </p:nvSpPr>
        <p:spPr>
          <a:xfrm>
            <a:off x="297491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1288" name="Google Shape;128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13804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51"/>
          <p:cNvSpPr/>
          <p:nvPr/>
        </p:nvSpPr>
        <p:spPr>
          <a:xfrm>
            <a:off x="138284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51"/>
          <p:cNvSpPr/>
          <p:nvPr/>
        </p:nvSpPr>
        <p:spPr>
          <a:xfrm>
            <a:off x="1378275" y="1788487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51"/>
          <p:cNvSpPr/>
          <p:nvPr/>
        </p:nvSpPr>
        <p:spPr>
          <a:xfrm>
            <a:off x="19517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51"/>
          <p:cNvSpPr/>
          <p:nvPr/>
        </p:nvSpPr>
        <p:spPr>
          <a:xfrm>
            <a:off x="25805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51"/>
          <p:cNvSpPr/>
          <p:nvPr/>
        </p:nvSpPr>
        <p:spPr>
          <a:xfrm>
            <a:off x="32093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51"/>
          <p:cNvSpPr txBox="1"/>
          <p:nvPr/>
        </p:nvSpPr>
        <p:spPr>
          <a:xfrm>
            <a:off x="137856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95" name="Google Shape;1295;p51"/>
          <p:cNvSpPr txBox="1"/>
          <p:nvPr/>
        </p:nvSpPr>
        <p:spPr>
          <a:xfrm>
            <a:off x="197971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96" name="Google Shape;1296;p51"/>
          <p:cNvSpPr txBox="1"/>
          <p:nvPr/>
        </p:nvSpPr>
        <p:spPr>
          <a:xfrm>
            <a:off x="2594525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97" name="Google Shape;1297;p51"/>
          <p:cNvSpPr txBox="1"/>
          <p:nvPr/>
        </p:nvSpPr>
        <p:spPr>
          <a:xfrm>
            <a:off x="3209313" y="16889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299" name="Google Shape;12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6717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51"/>
          <p:cNvSpPr/>
          <p:nvPr/>
        </p:nvSpPr>
        <p:spPr>
          <a:xfrm>
            <a:off x="1382849" y="654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1"/>
          <p:cNvSpPr/>
          <p:nvPr/>
        </p:nvSpPr>
        <p:spPr>
          <a:xfrm>
            <a:off x="1378275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51"/>
          <p:cNvSpPr/>
          <p:nvPr/>
        </p:nvSpPr>
        <p:spPr>
          <a:xfrm>
            <a:off x="19517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51"/>
          <p:cNvSpPr/>
          <p:nvPr/>
        </p:nvSpPr>
        <p:spPr>
          <a:xfrm>
            <a:off x="25805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51"/>
          <p:cNvSpPr/>
          <p:nvPr/>
        </p:nvSpPr>
        <p:spPr>
          <a:xfrm>
            <a:off x="32093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51"/>
          <p:cNvSpPr txBox="1"/>
          <p:nvPr/>
        </p:nvSpPr>
        <p:spPr>
          <a:xfrm>
            <a:off x="137856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06" name="Google Shape;1306;p51"/>
          <p:cNvSpPr txBox="1"/>
          <p:nvPr/>
        </p:nvSpPr>
        <p:spPr>
          <a:xfrm>
            <a:off x="197971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07" name="Google Shape;1307;p51"/>
          <p:cNvSpPr txBox="1"/>
          <p:nvPr/>
        </p:nvSpPr>
        <p:spPr>
          <a:xfrm>
            <a:off x="2594525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08" name="Google Shape;1308;p51"/>
          <p:cNvSpPr txBox="1"/>
          <p:nvPr/>
        </p:nvSpPr>
        <p:spPr>
          <a:xfrm>
            <a:off x="3209313" y="980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10" name="Google Shape;1310;p51"/>
          <p:cNvSpPr/>
          <p:nvPr/>
        </p:nvSpPr>
        <p:spPr>
          <a:xfrm>
            <a:off x="113999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11" name="Google Shape;1311;p51"/>
          <p:cNvSpPr/>
          <p:nvPr/>
        </p:nvSpPr>
        <p:spPr>
          <a:xfrm>
            <a:off x="17375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12" name="Google Shape;1312;p51"/>
          <p:cNvSpPr/>
          <p:nvPr/>
        </p:nvSpPr>
        <p:spPr>
          <a:xfrm>
            <a:off x="233504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13" name="Google Shape;1313;p51"/>
          <p:cNvSpPr/>
          <p:nvPr/>
        </p:nvSpPr>
        <p:spPr>
          <a:xfrm>
            <a:off x="29749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1314" name="Google Shape;1314;p51"/>
          <p:cNvCxnSpPr/>
          <p:nvPr/>
        </p:nvCxnSpPr>
        <p:spPr>
          <a:xfrm flipH="1">
            <a:off x="153199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5" name="Google Shape;1315;p51"/>
          <p:cNvCxnSpPr/>
          <p:nvPr/>
        </p:nvCxnSpPr>
        <p:spPr>
          <a:xfrm>
            <a:off x="153229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6" name="Google Shape;1316;p51"/>
          <p:cNvCxnSpPr/>
          <p:nvPr/>
        </p:nvCxnSpPr>
        <p:spPr>
          <a:xfrm>
            <a:off x="153229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7" name="Google Shape;1317;p51"/>
          <p:cNvCxnSpPr/>
          <p:nvPr/>
        </p:nvCxnSpPr>
        <p:spPr>
          <a:xfrm>
            <a:off x="153229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8" name="Google Shape;1318;p51"/>
          <p:cNvCxnSpPr/>
          <p:nvPr/>
        </p:nvCxnSpPr>
        <p:spPr>
          <a:xfrm rot="10800000" flipH="1">
            <a:off x="153195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9" name="Google Shape;1319;p51"/>
          <p:cNvCxnSpPr/>
          <p:nvPr/>
        </p:nvCxnSpPr>
        <p:spPr>
          <a:xfrm rot="10800000" flipH="1">
            <a:off x="153195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0" name="Google Shape;1320;p51"/>
          <p:cNvCxnSpPr/>
          <p:nvPr/>
        </p:nvCxnSpPr>
        <p:spPr>
          <a:xfrm rot="10800000" flipH="1">
            <a:off x="153195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1" name="Google Shape;1321;p51"/>
          <p:cNvCxnSpPr/>
          <p:nvPr/>
        </p:nvCxnSpPr>
        <p:spPr>
          <a:xfrm>
            <a:off x="217204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2" name="Google Shape;1322;p51"/>
          <p:cNvCxnSpPr/>
          <p:nvPr/>
        </p:nvCxnSpPr>
        <p:spPr>
          <a:xfrm rot="10800000" flipH="1">
            <a:off x="217204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3" name="Google Shape;1323;p51"/>
          <p:cNvCxnSpPr/>
          <p:nvPr/>
        </p:nvCxnSpPr>
        <p:spPr>
          <a:xfrm>
            <a:off x="217204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4" name="Google Shape;1324;p51"/>
          <p:cNvCxnSpPr/>
          <p:nvPr/>
        </p:nvCxnSpPr>
        <p:spPr>
          <a:xfrm rot="10800000" flipH="1">
            <a:off x="282668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5" name="Google Shape;1325;p51"/>
          <p:cNvCxnSpPr/>
          <p:nvPr/>
        </p:nvCxnSpPr>
        <p:spPr>
          <a:xfrm>
            <a:off x="282668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6" name="Google Shape;1326;p51"/>
          <p:cNvCxnSpPr/>
          <p:nvPr/>
        </p:nvCxnSpPr>
        <p:spPr>
          <a:xfrm>
            <a:off x="282668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" name="Google Shape;1327;p51"/>
          <p:cNvCxnSpPr/>
          <p:nvPr/>
        </p:nvCxnSpPr>
        <p:spPr>
          <a:xfrm rot="10800000">
            <a:off x="348129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51"/>
          <p:cNvCxnSpPr/>
          <p:nvPr/>
        </p:nvCxnSpPr>
        <p:spPr>
          <a:xfrm rot="10800000">
            <a:off x="217209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51"/>
          <p:cNvCxnSpPr/>
          <p:nvPr/>
        </p:nvCxnSpPr>
        <p:spPr>
          <a:xfrm rot="10800000" flipH="1">
            <a:off x="217204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0" name="Google Shape;1330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</p:txBody>
      </p:sp>
      <p:sp>
        <p:nvSpPr>
          <p:cNvPr id="1331" name="Google Shape;1331;p51"/>
          <p:cNvSpPr txBox="1"/>
          <p:nvPr/>
        </p:nvSpPr>
        <p:spPr>
          <a:xfrm>
            <a:off x="4135800" y="987600"/>
            <a:ext cx="3326100" cy="345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Наша сеть не получает информацию о порядке следования токенов в предложении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Но эта информация важна для понимания смысла эмбеддингов и обновления информации о них: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cat runs horse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horse runs cat</a:t>
            </a: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1143;p47">
            <a:extLst>
              <a:ext uri="{FF2B5EF4-FFF2-40B4-BE49-F238E27FC236}">
                <a16:creationId xmlns:a16="http://schemas.microsoft.com/office/drawing/2014/main" id="{93495B80-950D-E408-844B-F3391CE08956}"/>
              </a:ext>
            </a:extLst>
          </p:cNvPr>
          <p:cNvSpPr txBox="1"/>
          <p:nvPr/>
        </p:nvSpPr>
        <p:spPr>
          <a:xfrm>
            <a:off x="50505" y="4445367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45;p47">
            <a:extLst>
              <a:ext uri="{FF2B5EF4-FFF2-40B4-BE49-F238E27FC236}">
                <a16:creationId xmlns:a16="http://schemas.microsoft.com/office/drawing/2014/main" id="{B3115AFE-1B3F-F046-A002-5C5C3FF9CCB1}"/>
              </a:ext>
            </a:extLst>
          </p:cNvPr>
          <p:cNvSpPr txBox="1"/>
          <p:nvPr/>
        </p:nvSpPr>
        <p:spPr>
          <a:xfrm>
            <a:off x="50505" y="3777766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64;p47">
            <a:extLst>
              <a:ext uri="{FF2B5EF4-FFF2-40B4-BE49-F238E27FC236}">
                <a16:creationId xmlns:a16="http://schemas.microsoft.com/office/drawing/2014/main" id="{4C47EEA3-0EFE-C6B4-FD1C-A42D53D5A2F6}"/>
              </a:ext>
            </a:extLst>
          </p:cNvPr>
          <p:cNvSpPr txBox="1"/>
          <p:nvPr/>
        </p:nvSpPr>
        <p:spPr>
          <a:xfrm>
            <a:off x="50505" y="3108388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79;p47">
            <a:extLst>
              <a:ext uri="{FF2B5EF4-FFF2-40B4-BE49-F238E27FC236}">
                <a16:creationId xmlns:a16="http://schemas.microsoft.com/office/drawing/2014/main" id="{57925F2A-B623-4542-9992-E4D4792B2967}"/>
              </a:ext>
            </a:extLst>
          </p:cNvPr>
          <p:cNvSpPr txBox="1"/>
          <p:nvPr/>
        </p:nvSpPr>
        <p:spPr>
          <a:xfrm>
            <a:off x="50505" y="2484540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90;p47">
            <a:extLst>
              <a:ext uri="{FF2B5EF4-FFF2-40B4-BE49-F238E27FC236}">
                <a16:creationId xmlns:a16="http://schemas.microsoft.com/office/drawing/2014/main" id="{D90B0E32-4678-971F-857E-CE563CC78BF7}"/>
              </a:ext>
            </a:extLst>
          </p:cNvPr>
          <p:cNvSpPr txBox="1"/>
          <p:nvPr/>
        </p:nvSpPr>
        <p:spPr>
          <a:xfrm>
            <a:off x="50505" y="1784163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01;p47">
            <a:extLst>
              <a:ext uri="{FF2B5EF4-FFF2-40B4-BE49-F238E27FC236}">
                <a16:creationId xmlns:a16="http://schemas.microsoft.com/office/drawing/2014/main" id="{4CA25A4C-2D2F-E3BD-BF29-95BFD442D2C4}"/>
              </a:ext>
            </a:extLst>
          </p:cNvPr>
          <p:cNvSpPr txBox="1"/>
          <p:nvPr/>
        </p:nvSpPr>
        <p:spPr>
          <a:xfrm>
            <a:off x="50505" y="1057125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853B9-1385-F861-849A-3C18840D2F20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52"/>
          <p:cNvSpPr txBox="1"/>
          <p:nvPr/>
        </p:nvSpPr>
        <p:spPr>
          <a:xfrm>
            <a:off x="81725" y="3213678"/>
            <a:ext cx="1181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Positional Encodings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38" name="Google Shape;1338;p52"/>
          <p:cNvSpPr txBox="1"/>
          <p:nvPr/>
        </p:nvSpPr>
        <p:spPr>
          <a:xfrm>
            <a:off x="65025" y="2510025"/>
            <a:ext cx="1526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Эмбеддинги с временным сигналом 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39" name="Google Shape;1339;p52"/>
          <p:cNvSpPr txBox="1"/>
          <p:nvPr/>
        </p:nvSpPr>
        <p:spPr>
          <a:xfrm>
            <a:off x="122633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2"/>
          <p:cNvSpPr txBox="1"/>
          <p:nvPr/>
        </p:nvSpPr>
        <p:spPr>
          <a:xfrm>
            <a:off x="65025" y="4451463"/>
            <a:ext cx="759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input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341" name="Google Shape;134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52"/>
          <p:cNvSpPr txBox="1"/>
          <p:nvPr/>
        </p:nvSpPr>
        <p:spPr>
          <a:xfrm>
            <a:off x="65025" y="3782103"/>
            <a:ext cx="1181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Source </a:t>
            </a:r>
            <a:endParaRPr sz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embeddings</a:t>
            </a:r>
            <a:endParaRPr sz="12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43" name="Google Shape;1343;p52"/>
          <p:cNvSpPr/>
          <p:nvPr/>
        </p:nvSpPr>
        <p:spPr>
          <a:xfrm>
            <a:off x="138284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52"/>
          <p:cNvSpPr/>
          <p:nvPr/>
        </p:nvSpPr>
        <p:spPr>
          <a:xfrm>
            <a:off x="137827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52"/>
          <p:cNvSpPr/>
          <p:nvPr/>
        </p:nvSpPr>
        <p:spPr>
          <a:xfrm>
            <a:off x="19517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52"/>
          <p:cNvSpPr/>
          <p:nvPr/>
        </p:nvSpPr>
        <p:spPr>
          <a:xfrm>
            <a:off x="25805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52"/>
          <p:cNvSpPr/>
          <p:nvPr/>
        </p:nvSpPr>
        <p:spPr>
          <a:xfrm>
            <a:off x="32093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52"/>
          <p:cNvSpPr txBox="1"/>
          <p:nvPr/>
        </p:nvSpPr>
        <p:spPr>
          <a:xfrm>
            <a:off x="13785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49" name="Google Shape;1349;p52"/>
          <p:cNvSpPr txBox="1"/>
          <p:nvPr/>
        </p:nvSpPr>
        <p:spPr>
          <a:xfrm>
            <a:off x="19797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50" name="Google Shape;1350;p52"/>
          <p:cNvSpPr txBox="1"/>
          <p:nvPr/>
        </p:nvSpPr>
        <p:spPr>
          <a:xfrm>
            <a:off x="259452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51" name="Google Shape;1351;p52"/>
          <p:cNvSpPr txBox="1"/>
          <p:nvPr/>
        </p:nvSpPr>
        <p:spPr>
          <a:xfrm>
            <a:off x="320931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52" name="Google Shape;1352;p52"/>
          <p:cNvSpPr/>
          <p:nvPr/>
        </p:nvSpPr>
        <p:spPr>
          <a:xfrm>
            <a:off x="137827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52"/>
          <p:cNvSpPr txBox="1"/>
          <p:nvPr/>
        </p:nvSpPr>
        <p:spPr>
          <a:xfrm>
            <a:off x="137856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54" name="Google Shape;1354;p52"/>
          <p:cNvSpPr/>
          <p:nvPr/>
        </p:nvSpPr>
        <p:spPr>
          <a:xfrm>
            <a:off x="197942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52"/>
          <p:cNvSpPr txBox="1"/>
          <p:nvPr/>
        </p:nvSpPr>
        <p:spPr>
          <a:xfrm>
            <a:off x="197971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56" name="Google Shape;1356;p52"/>
          <p:cNvSpPr/>
          <p:nvPr/>
        </p:nvSpPr>
        <p:spPr>
          <a:xfrm>
            <a:off x="258057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52"/>
          <p:cNvSpPr txBox="1"/>
          <p:nvPr/>
        </p:nvSpPr>
        <p:spPr>
          <a:xfrm>
            <a:off x="258086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58" name="Google Shape;1358;p52"/>
          <p:cNvSpPr/>
          <p:nvPr/>
        </p:nvSpPr>
        <p:spPr>
          <a:xfrm>
            <a:off x="318172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52"/>
          <p:cNvSpPr txBox="1"/>
          <p:nvPr/>
        </p:nvSpPr>
        <p:spPr>
          <a:xfrm>
            <a:off x="318201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60" name="Google Shape;1360;p52"/>
          <p:cNvSpPr txBox="1"/>
          <p:nvPr/>
        </p:nvSpPr>
        <p:spPr>
          <a:xfrm>
            <a:off x="1321533" y="3558538"/>
            <a:ext cx="268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" sz="1800" dirty="0">
                <a:solidFill>
                  <a:schemeClr val="dk2"/>
                </a:solidFill>
              </a:rPr>
              <a:t>      +           +          + 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361" name="Google Shape;1361;p52"/>
          <p:cNvSpPr txBox="1"/>
          <p:nvPr/>
        </p:nvSpPr>
        <p:spPr>
          <a:xfrm>
            <a:off x="1302375" y="2879325"/>
            <a:ext cx="268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   =         =           =          = 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362" name="Google Shape;1362;p52"/>
          <p:cNvSpPr/>
          <p:nvPr/>
        </p:nvSpPr>
        <p:spPr>
          <a:xfrm>
            <a:off x="1350350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52"/>
          <p:cNvSpPr/>
          <p:nvPr/>
        </p:nvSpPr>
        <p:spPr>
          <a:xfrm>
            <a:off x="1923827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52"/>
          <p:cNvSpPr/>
          <p:nvPr/>
        </p:nvSpPr>
        <p:spPr>
          <a:xfrm>
            <a:off x="2552627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52"/>
          <p:cNvSpPr/>
          <p:nvPr/>
        </p:nvSpPr>
        <p:spPr>
          <a:xfrm>
            <a:off x="3181427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p52"/>
          <p:cNvSpPr txBox="1"/>
          <p:nvPr/>
        </p:nvSpPr>
        <p:spPr>
          <a:xfrm>
            <a:off x="1350638" y="2532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67" name="Google Shape;1367;p52"/>
          <p:cNvSpPr txBox="1"/>
          <p:nvPr/>
        </p:nvSpPr>
        <p:spPr>
          <a:xfrm>
            <a:off x="1951788" y="2532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68" name="Google Shape;1368;p52"/>
          <p:cNvSpPr txBox="1"/>
          <p:nvPr/>
        </p:nvSpPr>
        <p:spPr>
          <a:xfrm>
            <a:off x="2566600" y="2532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69" name="Google Shape;1369;p52"/>
          <p:cNvSpPr txBox="1"/>
          <p:nvPr/>
        </p:nvSpPr>
        <p:spPr>
          <a:xfrm>
            <a:off x="3181388" y="2532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A188CC-4DCB-DE5D-BC11-50E57E11F81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374900" y="183331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53"/>
          <p:cNvSpPr txBox="1"/>
          <p:nvPr/>
        </p:nvSpPr>
        <p:spPr>
          <a:xfrm>
            <a:off x="375188" y="17338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t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77" name="Google Shape;1377;p53"/>
          <p:cNvSpPr txBox="1"/>
          <p:nvPr/>
        </p:nvSpPr>
        <p:spPr>
          <a:xfrm>
            <a:off x="887500" y="170133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8" name="Google Shape;1378;p53"/>
          <p:cNvSpPr/>
          <p:nvPr/>
        </p:nvSpPr>
        <p:spPr>
          <a:xfrm>
            <a:off x="1321084" y="1335600"/>
            <a:ext cx="256200" cy="12384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79" name="Google Shape;1379;p53"/>
          <p:cNvCxnSpPr/>
          <p:nvPr/>
        </p:nvCxnSpPr>
        <p:spPr>
          <a:xfrm>
            <a:off x="1340769" y="1568195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0" name="Google Shape;1380;p53"/>
          <p:cNvCxnSpPr/>
          <p:nvPr/>
        </p:nvCxnSpPr>
        <p:spPr>
          <a:xfrm>
            <a:off x="1340769" y="1846129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1" name="Google Shape;1381;p53"/>
          <p:cNvCxnSpPr/>
          <p:nvPr/>
        </p:nvCxnSpPr>
        <p:spPr>
          <a:xfrm>
            <a:off x="1340769" y="2107981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2" name="Google Shape;1382;p53"/>
          <p:cNvCxnSpPr/>
          <p:nvPr/>
        </p:nvCxnSpPr>
        <p:spPr>
          <a:xfrm>
            <a:off x="1340769" y="2327650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3" name="Google Shape;1383;p53"/>
          <p:cNvSpPr/>
          <p:nvPr/>
        </p:nvSpPr>
        <p:spPr>
          <a:xfrm>
            <a:off x="2188825" y="183246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53"/>
          <p:cNvSpPr txBox="1"/>
          <p:nvPr/>
        </p:nvSpPr>
        <p:spPr>
          <a:xfrm>
            <a:off x="2189113" y="17329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t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85" name="Google Shape;1385;p53"/>
          <p:cNvSpPr txBox="1"/>
          <p:nvPr/>
        </p:nvSpPr>
        <p:spPr>
          <a:xfrm>
            <a:off x="2701425" y="1756779"/>
            <a:ext cx="56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6" name="Google Shape;1386;p53"/>
          <p:cNvSpPr/>
          <p:nvPr/>
        </p:nvSpPr>
        <p:spPr>
          <a:xfrm>
            <a:off x="3153027" y="1379125"/>
            <a:ext cx="266700" cy="12789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87" name="Google Shape;1387;p53"/>
          <p:cNvCxnSpPr/>
          <p:nvPr/>
        </p:nvCxnSpPr>
        <p:spPr>
          <a:xfrm>
            <a:off x="3173531" y="1619304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8" name="Google Shape;1388;p53"/>
          <p:cNvCxnSpPr/>
          <p:nvPr/>
        </p:nvCxnSpPr>
        <p:spPr>
          <a:xfrm>
            <a:off x="3173531" y="1906299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9" name="Google Shape;1389;p53"/>
          <p:cNvCxnSpPr/>
          <p:nvPr/>
        </p:nvCxnSpPr>
        <p:spPr>
          <a:xfrm>
            <a:off x="3173531" y="2176688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0" name="Google Shape;1390;p53"/>
          <p:cNvCxnSpPr/>
          <p:nvPr/>
        </p:nvCxnSpPr>
        <p:spPr>
          <a:xfrm>
            <a:off x="3173531" y="2403519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1" name="Google Shape;1391;p53"/>
          <p:cNvSpPr txBox="1"/>
          <p:nvPr/>
        </p:nvSpPr>
        <p:spPr>
          <a:xfrm>
            <a:off x="3466813" y="1271125"/>
            <a:ext cx="485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t1</a:t>
            </a:r>
            <a:endParaRPr sz="1500" i="1" baseline="-250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t2</a:t>
            </a:r>
            <a:endParaRPr sz="1500" i="1" baseline="-250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t3</a:t>
            </a: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t4</a:t>
            </a:r>
            <a:endParaRPr sz="1500" i="1" baseline="-250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t5</a:t>
            </a:r>
            <a:endParaRPr sz="1500" i="1" baseline="-25000">
              <a:solidFill>
                <a:schemeClr val="dk2"/>
              </a:solidFill>
            </a:endParaRPr>
          </a:p>
        </p:txBody>
      </p:sp>
      <p:pic>
        <p:nvPicPr>
          <p:cNvPr id="1392" name="Google Shape;139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00" y="3740600"/>
            <a:ext cx="635467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944" y="3187750"/>
            <a:ext cx="2279855" cy="6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5300" y="3968276"/>
            <a:ext cx="2610425" cy="6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53"/>
          <p:cNvSpPr/>
          <p:nvPr/>
        </p:nvSpPr>
        <p:spPr>
          <a:xfrm>
            <a:off x="1057350" y="3183800"/>
            <a:ext cx="141300" cy="14775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1BF43-1BB2-F95F-32B1-9B6C46A12290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0" name="Google Shape;140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75" y="1182200"/>
            <a:ext cx="6799926" cy="36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FB55D-0529-964D-9AA5-60620547B820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74" y="2048100"/>
            <a:ext cx="6954374" cy="23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55"/>
          <p:cNvSpPr txBox="1"/>
          <p:nvPr/>
        </p:nvSpPr>
        <p:spPr>
          <a:xfrm>
            <a:off x="352900" y="1201975"/>
            <a:ext cx="541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Почему функция positional encoding именно такая: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408" name="Google Shape;1408;p55"/>
          <p:cNvSpPr txBox="1"/>
          <p:nvPr/>
        </p:nvSpPr>
        <p:spPr>
          <a:xfrm>
            <a:off x="0" y="4804800"/>
            <a:ext cx="221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https://arxiv.org/pdf/1706.03762.pdf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09" name="Google Shape;1409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Positional Encoding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D383B-97F1-5A92-2DF4-F71D2A02E3E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5" name="Google Shape;141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25" y="2210025"/>
            <a:ext cx="2072597" cy="2659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56"/>
          <p:cNvSpPr txBox="1"/>
          <p:nvPr/>
        </p:nvSpPr>
        <p:spPr>
          <a:xfrm>
            <a:off x="399950" y="1129275"/>
            <a:ext cx="3996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Ура, мы собрали Encoder!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417" name="Google Shape;1417;p56"/>
          <p:cNvSpPr txBox="1"/>
          <p:nvPr/>
        </p:nvSpPr>
        <p:spPr>
          <a:xfrm>
            <a:off x="2990825" y="28988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Block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418" name="Google Shape;1418;p56"/>
          <p:cNvSpPr/>
          <p:nvPr/>
        </p:nvSpPr>
        <p:spPr>
          <a:xfrm>
            <a:off x="2690875" y="2410725"/>
            <a:ext cx="141300" cy="1376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B68C76-BCAA-2824-E0FB-018413E948D4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57"/>
          <p:cNvSpPr txBox="1"/>
          <p:nvPr/>
        </p:nvSpPr>
        <p:spPr>
          <a:xfrm>
            <a:off x="399950" y="979300"/>
            <a:ext cx="3996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Encoder могут быть несколько последовательно соединенных блоков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425" name="Google Shape;142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400" y="2292343"/>
            <a:ext cx="2181574" cy="2754107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57"/>
          <p:cNvSpPr/>
          <p:nvPr/>
        </p:nvSpPr>
        <p:spPr>
          <a:xfrm>
            <a:off x="1264216" y="2528874"/>
            <a:ext cx="1489200" cy="12912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57"/>
          <p:cNvSpPr/>
          <p:nvPr/>
        </p:nvSpPr>
        <p:spPr>
          <a:xfrm>
            <a:off x="1390429" y="3373030"/>
            <a:ext cx="1438800" cy="44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28" name="Google Shape;1428;p57"/>
          <p:cNvCxnSpPr>
            <a:stCxn id="1427" idx="0"/>
          </p:cNvCxnSpPr>
          <p:nvPr/>
        </p:nvCxnSpPr>
        <p:spPr>
          <a:xfrm rot="10800000">
            <a:off x="2105629" y="3248830"/>
            <a:ext cx="4200" cy="12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9" name="Google Shape;1429;p57"/>
          <p:cNvSpPr/>
          <p:nvPr/>
        </p:nvSpPr>
        <p:spPr>
          <a:xfrm>
            <a:off x="1390429" y="2802035"/>
            <a:ext cx="1438800" cy="44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57"/>
          <p:cNvSpPr/>
          <p:nvPr/>
        </p:nvSpPr>
        <p:spPr>
          <a:xfrm>
            <a:off x="1388284" y="1793825"/>
            <a:ext cx="1438800" cy="44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1" name="Google Shape;1431;p57"/>
          <p:cNvCxnSpPr>
            <a:stCxn id="1429" idx="0"/>
          </p:cNvCxnSpPr>
          <p:nvPr/>
        </p:nvCxnSpPr>
        <p:spPr>
          <a:xfrm rot="10800000">
            <a:off x="2105629" y="2628035"/>
            <a:ext cx="4200" cy="17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2" name="Google Shape;1432;p57"/>
          <p:cNvCxnSpPr/>
          <p:nvPr/>
        </p:nvCxnSpPr>
        <p:spPr>
          <a:xfrm rot="10800000">
            <a:off x="2107747" y="2240642"/>
            <a:ext cx="4200" cy="17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3" name="Google Shape;1433;p57"/>
          <p:cNvSpPr txBox="1"/>
          <p:nvPr/>
        </p:nvSpPr>
        <p:spPr>
          <a:xfrm>
            <a:off x="1874207" y="2274039"/>
            <a:ext cx="47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4" name="Google Shape;1434;p57"/>
          <p:cNvSpPr txBox="1"/>
          <p:nvPr/>
        </p:nvSpPr>
        <p:spPr>
          <a:xfrm>
            <a:off x="1388284" y="3422864"/>
            <a:ext cx="16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Encoder Block 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35" name="Google Shape;1435;p57"/>
          <p:cNvSpPr txBox="1"/>
          <p:nvPr/>
        </p:nvSpPr>
        <p:spPr>
          <a:xfrm>
            <a:off x="1388284" y="2837775"/>
            <a:ext cx="16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Encoder Block 2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36" name="Google Shape;1436;p57"/>
          <p:cNvSpPr txBox="1"/>
          <p:nvPr/>
        </p:nvSpPr>
        <p:spPr>
          <a:xfrm>
            <a:off x="1388284" y="1829565"/>
            <a:ext cx="16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Encoder Block n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35B78-6DC3-8182-AD18-6C16D4AA91B5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</a:t>
            </a:r>
            <a:endParaRPr/>
          </a:p>
        </p:txBody>
      </p:sp>
      <p:pic>
        <p:nvPicPr>
          <p:cNvPr id="1442" name="Google Shape;144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250" y="1060875"/>
            <a:ext cx="4138409" cy="39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58"/>
          <p:cNvSpPr/>
          <p:nvPr/>
        </p:nvSpPr>
        <p:spPr>
          <a:xfrm>
            <a:off x="5224875" y="18284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58"/>
          <p:cNvSpPr txBox="1"/>
          <p:nvPr/>
        </p:nvSpPr>
        <p:spPr>
          <a:xfrm>
            <a:off x="5433400" y="2650000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Decoder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445" name="Google Shape;1445;p58"/>
          <p:cNvSpPr/>
          <p:nvPr/>
        </p:nvSpPr>
        <p:spPr>
          <a:xfrm>
            <a:off x="1019250" y="2276175"/>
            <a:ext cx="141300" cy="1208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6" name="Google Shape;1446;p58"/>
          <p:cNvSpPr txBox="1"/>
          <p:nvPr/>
        </p:nvSpPr>
        <p:spPr>
          <a:xfrm>
            <a:off x="96125" y="2572725"/>
            <a:ext cx="85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35060-D61B-0B72-392F-8F1375651E2B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Итоги </a:t>
            </a:r>
            <a:r>
              <a:rPr lang="ru-RU" dirty="0"/>
              <a:t>раздела</a:t>
            </a:r>
            <a:endParaRPr dirty="0"/>
          </a:p>
        </p:txBody>
      </p:sp>
      <p:sp>
        <p:nvSpPr>
          <p:cNvPr id="1452" name="Google Shape;1452;p59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683078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В этом </a:t>
            </a:r>
            <a:r>
              <a:rPr lang="ru-RU" sz="1600" dirty="0"/>
              <a:t>разделе</a:t>
            </a:r>
            <a:r>
              <a:rPr lang="en" sz="1600" dirty="0"/>
              <a:t> мы: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/>
              <a:t>Обсудили идею устройства архитектуры Transformer;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/>
              <a:t>Детально разобрали устройство encoder блока Transformer;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/>
              <a:t>Познакомились с такими вещами, как: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–"/>
            </a:pP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Self-attention;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–"/>
            </a:pP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Multi-head Attention;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–"/>
            </a:pP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Positional Encodings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CFD1D6-0117-2F4D-FFF5-DB1522090819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A62BD205-A5F1-93B7-C25B-7E0894BB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>
            <a:extLst>
              <a:ext uri="{FF2B5EF4-FFF2-40B4-BE49-F238E27FC236}">
                <a16:creationId xmlns:a16="http://schemas.microsoft.com/office/drawing/2014/main" id="{8B0650C5-B993-97C7-D9F5-F15843F3B3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5139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" panose="020B0604020202020204" pitchFamily="34" charset="0"/>
                <a:cs typeface="Arial" panose="020B0604020202020204" pitchFamily="34" charset="0"/>
              </a:rPr>
              <a:t>Transformer architecture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43BB8991-D03E-FF2D-8EA6-EE31FCEB64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65816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" panose="020B0604020202020204" pitchFamily="34" charset="0"/>
                <a:cs typeface="Arial" panose="020B0604020202020204" pitchFamily="34" charset="0"/>
              </a:rPr>
              <a:t>Decoder block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5C97A-EE34-98B8-16BB-3C0A8484721C}"/>
              </a:ext>
            </a:extLst>
          </p:cNvPr>
          <p:cNvSpPr txBox="1"/>
          <p:nvPr/>
        </p:nvSpPr>
        <p:spPr>
          <a:xfrm>
            <a:off x="8767187" y="4813300"/>
            <a:ext cx="376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408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В этом </a:t>
            </a:r>
            <a:r>
              <a:rPr lang="ru-RU" dirty="0">
                <a:solidFill>
                  <a:schemeClr val="dk1"/>
                </a:solidFill>
              </a:rPr>
              <a:t>разделе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4" name="Google Shape;1464;p61"/>
          <p:cNvSpPr txBox="1"/>
          <p:nvPr/>
        </p:nvSpPr>
        <p:spPr>
          <a:xfrm>
            <a:off x="352875" y="1108350"/>
            <a:ext cx="4579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Идея архитектуры Transformer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Arial" panose="020B0604020202020204" pitchFamily="34" charset="0"/>
                <a:cs typeface="Arial" panose="020B0604020202020204" pitchFamily="34" charset="0"/>
              </a:rPr>
              <a:t>Устройство Transformer Encoder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Устройство Transformer Decoder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QKV Attention</a:t>
            </a:r>
            <a:endParaRPr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D767D9-736D-BDED-F396-67366523D5CD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</a:t>
            </a:r>
            <a:endParaRPr/>
          </a:p>
        </p:txBody>
      </p:sp>
      <p:pic>
        <p:nvPicPr>
          <p:cNvPr id="1470" name="Google Shape;14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250" y="1060875"/>
            <a:ext cx="4138409" cy="39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62"/>
          <p:cNvSpPr/>
          <p:nvPr/>
        </p:nvSpPr>
        <p:spPr>
          <a:xfrm>
            <a:off x="5224875" y="18284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62"/>
          <p:cNvSpPr txBox="1"/>
          <p:nvPr/>
        </p:nvSpPr>
        <p:spPr>
          <a:xfrm>
            <a:off x="5433400" y="2650000"/>
            <a:ext cx="1049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Decoder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473" name="Google Shape;1473;p62"/>
          <p:cNvSpPr/>
          <p:nvPr/>
        </p:nvSpPr>
        <p:spPr>
          <a:xfrm>
            <a:off x="1019250" y="2276175"/>
            <a:ext cx="141300" cy="1208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4" name="Google Shape;1474;p62"/>
          <p:cNvSpPr txBox="1"/>
          <p:nvPr/>
        </p:nvSpPr>
        <p:spPr>
          <a:xfrm>
            <a:off x="96125" y="2572725"/>
            <a:ext cx="855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991C30-EA13-CF49-0598-C9FFED66FF14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63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63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63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Decoder block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482" name="Google Shape;1482;p63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63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63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63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63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87" name="Google Shape;1487;p63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88" name="Google Shape;1488;p63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489" name="Google Shape;148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63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63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63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63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63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96" name="Google Shape;1496;p63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97" name="Google Shape;1497;p63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98" name="Google Shape;1498;p63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63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500" name="Google Shape;1500;p63"/>
          <p:cNvSpPr/>
          <p:nvPr/>
        </p:nvSpPr>
        <p:spPr>
          <a:xfrm>
            <a:off x="4040700" y="2682025"/>
            <a:ext cx="347100" cy="63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1" name="Google Shape;1501;p63"/>
          <p:cNvSpPr txBox="1"/>
          <p:nvPr/>
        </p:nvSpPr>
        <p:spPr>
          <a:xfrm>
            <a:off x="153649" y="2427744"/>
            <a:ext cx="180586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Выходы decoder block 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(обновленные эмбеддинги)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63"/>
          <p:cNvSpPr txBox="1"/>
          <p:nvPr/>
        </p:nvSpPr>
        <p:spPr>
          <a:xfrm>
            <a:off x="136933" y="4509480"/>
            <a:ext cx="155215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Decoder block inputs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BC59E-B93F-6C09-FEDC-40DEACC47C1E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64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64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64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Decoder block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510" name="Google Shape;1510;p64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64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64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64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64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15" name="Google Shape;1515;p64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16" name="Google Shape;1516;p64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17" name="Google Shape;151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64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64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64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64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64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24" name="Google Shape;1524;p64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25" name="Google Shape;1525;p64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26" name="Google Shape;152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1359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64"/>
          <p:cNvSpPr/>
          <p:nvPr/>
        </p:nvSpPr>
        <p:spPr>
          <a:xfrm>
            <a:off x="2088924" y="1342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64"/>
          <p:cNvSpPr/>
          <p:nvPr/>
        </p:nvSpPr>
        <p:spPr>
          <a:xfrm>
            <a:off x="2084350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64"/>
          <p:cNvSpPr/>
          <p:nvPr/>
        </p:nvSpPr>
        <p:spPr>
          <a:xfrm>
            <a:off x="26578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64"/>
          <p:cNvSpPr/>
          <p:nvPr/>
        </p:nvSpPr>
        <p:spPr>
          <a:xfrm>
            <a:off x="32866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64"/>
          <p:cNvSpPr txBox="1"/>
          <p:nvPr/>
        </p:nvSpPr>
        <p:spPr>
          <a:xfrm>
            <a:off x="208463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32" name="Google Shape;1532;p64"/>
          <p:cNvSpPr txBox="1"/>
          <p:nvPr/>
        </p:nvSpPr>
        <p:spPr>
          <a:xfrm>
            <a:off x="268578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33" name="Google Shape;1533;p64"/>
          <p:cNvSpPr txBox="1"/>
          <p:nvPr/>
        </p:nvSpPr>
        <p:spPr>
          <a:xfrm>
            <a:off x="3300600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34" name="Google Shape;153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825" y="13432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8813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0889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782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64"/>
          <p:cNvSpPr txBox="1"/>
          <p:nvPr/>
        </p:nvSpPr>
        <p:spPr>
          <a:xfrm>
            <a:off x="1932402" y="4814850"/>
            <a:ext cx="20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64"/>
          <p:cNvSpPr txBox="1"/>
          <p:nvPr/>
        </p:nvSpPr>
        <p:spPr>
          <a:xfrm>
            <a:off x="1988602" y="97050"/>
            <a:ext cx="196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64"/>
          <p:cNvSpPr/>
          <p:nvPr/>
        </p:nvSpPr>
        <p:spPr>
          <a:xfrm>
            <a:off x="4069475" y="3087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64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64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543" name="Google Shape;1543;p64"/>
          <p:cNvSpPr txBox="1"/>
          <p:nvPr/>
        </p:nvSpPr>
        <p:spPr>
          <a:xfrm>
            <a:off x="161200" y="4833400"/>
            <a:ext cx="13851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64"/>
          <p:cNvSpPr txBox="1"/>
          <p:nvPr/>
        </p:nvSpPr>
        <p:spPr>
          <a:xfrm>
            <a:off x="151300" y="4044850"/>
            <a:ext cx="1895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4"/>
          <p:cNvSpPr txBox="1"/>
          <p:nvPr/>
        </p:nvSpPr>
        <p:spPr>
          <a:xfrm>
            <a:off x="218050" y="2418275"/>
            <a:ext cx="1271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64"/>
          <p:cNvSpPr txBox="1"/>
          <p:nvPr/>
        </p:nvSpPr>
        <p:spPr>
          <a:xfrm>
            <a:off x="203200" y="1740050"/>
            <a:ext cx="1729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64"/>
          <p:cNvSpPr txBox="1"/>
          <p:nvPr/>
        </p:nvSpPr>
        <p:spPr>
          <a:xfrm>
            <a:off x="218050" y="951500"/>
            <a:ext cx="179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64"/>
          <p:cNvSpPr txBox="1"/>
          <p:nvPr/>
        </p:nvSpPr>
        <p:spPr>
          <a:xfrm>
            <a:off x="203200" y="162950"/>
            <a:ext cx="18438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9" name="Google Shape;1549;p64"/>
          <p:cNvCxnSpPr/>
          <p:nvPr/>
        </p:nvCxnSpPr>
        <p:spPr>
          <a:xfrm>
            <a:off x="2321475" y="4457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0" name="Google Shape;1550;p64"/>
          <p:cNvCxnSpPr/>
          <p:nvPr/>
        </p:nvCxnSpPr>
        <p:spPr>
          <a:xfrm>
            <a:off x="29008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1" name="Google Shape;1551;p64"/>
          <p:cNvCxnSpPr/>
          <p:nvPr/>
        </p:nvCxnSpPr>
        <p:spPr>
          <a:xfrm>
            <a:off x="35296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52" name="Google Shape;1552;p64"/>
          <p:cNvSpPr txBox="1"/>
          <p:nvPr/>
        </p:nvSpPr>
        <p:spPr>
          <a:xfrm>
            <a:off x="203200" y="525275"/>
            <a:ext cx="1967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64"/>
          <p:cNvSpPr txBox="1"/>
          <p:nvPr/>
        </p:nvSpPr>
        <p:spPr>
          <a:xfrm>
            <a:off x="4293225" y="308750"/>
            <a:ext cx="3373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обучения мы можем подать на вход декодеру сразу все токены target предложения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i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B46E5A-A98C-8B9C-4F6D-72AF9551D0B9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65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65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65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61" name="Google Shape;1561;p65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65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65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65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65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66" name="Google Shape;1566;p65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67" name="Google Shape;1567;p65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68" name="Google Shape;15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65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65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65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65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65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75" name="Google Shape;1575;p65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76" name="Google Shape;1576;p65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77" name="Google Shape;157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1359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65"/>
          <p:cNvSpPr/>
          <p:nvPr/>
        </p:nvSpPr>
        <p:spPr>
          <a:xfrm>
            <a:off x="2088924" y="1342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" name="Google Shape;1579;p65"/>
          <p:cNvSpPr/>
          <p:nvPr/>
        </p:nvSpPr>
        <p:spPr>
          <a:xfrm>
            <a:off x="2084350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65"/>
          <p:cNvSpPr/>
          <p:nvPr/>
        </p:nvSpPr>
        <p:spPr>
          <a:xfrm>
            <a:off x="26578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1" name="Google Shape;1581;p65"/>
          <p:cNvSpPr/>
          <p:nvPr/>
        </p:nvSpPr>
        <p:spPr>
          <a:xfrm>
            <a:off x="32866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65"/>
          <p:cNvSpPr txBox="1"/>
          <p:nvPr/>
        </p:nvSpPr>
        <p:spPr>
          <a:xfrm>
            <a:off x="208463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83" name="Google Shape;1583;p65"/>
          <p:cNvSpPr txBox="1"/>
          <p:nvPr/>
        </p:nvSpPr>
        <p:spPr>
          <a:xfrm>
            <a:off x="268578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84" name="Google Shape;1584;p65"/>
          <p:cNvSpPr txBox="1"/>
          <p:nvPr/>
        </p:nvSpPr>
        <p:spPr>
          <a:xfrm>
            <a:off x="3300600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85" name="Google Shape;158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825" y="13432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8813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" name="Google Shape;1587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0889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782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65"/>
          <p:cNvSpPr txBox="1"/>
          <p:nvPr/>
        </p:nvSpPr>
        <p:spPr>
          <a:xfrm>
            <a:off x="1932402" y="4814850"/>
            <a:ext cx="254815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65"/>
          <p:cNvSpPr txBox="1"/>
          <p:nvPr/>
        </p:nvSpPr>
        <p:spPr>
          <a:xfrm>
            <a:off x="1988602" y="97050"/>
            <a:ext cx="196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65"/>
          <p:cNvSpPr/>
          <p:nvPr/>
        </p:nvSpPr>
        <p:spPr>
          <a:xfrm>
            <a:off x="4069475" y="3087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65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65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cxnSp>
        <p:nvCxnSpPr>
          <p:cNvPr id="1600" name="Google Shape;1600;p65"/>
          <p:cNvCxnSpPr/>
          <p:nvPr/>
        </p:nvCxnSpPr>
        <p:spPr>
          <a:xfrm>
            <a:off x="2321475" y="4457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01" name="Google Shape;1601;p65"/>
          <p:cNvCxnSpPr/>
          <p:nvPr/>
        </p:nvCxnSpPr>
        <p:spPr>
          <a:xfrm>
            <a:off x="29008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02" name="Google Shape;1602;p65"/>
          <p:cNvCxnSpPr/>
          <p:nvPr/>
        </p:nvCxnSpPr>
        <p:spPr>
          <a:xfrm>
            <a:off x="35296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04" name="Google Shape;1604;p65"/>
          <p:cNvSpPr txBox="1"/>
          <p:nvPr/>
        </p:nvSpPr>
        <p:spPr>
          <a:xfrm>
            <a:off x="4293225" y="308750"/>
            <a:ext cx="33735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обучения мы можем подать на вход декодеру сразу все токены target предложения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инференса decoder генерирует выходную последовательност</a:t>
            </a:r>
            <a:r>
              <a:rPr lang="ru-RU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ь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авторе</a:t>
            </a:r>
            <a:r>
              <a:rPr lang="ru-RU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г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рессивно</a:t>
            </a:r>
            <a:endParaRPr sz="1600" b="1" i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1543;p64">
            <a:extLst>
              <a:ext uri="{FF2B5EF4-FFF2-40B4-BE49-F238E27FC236}">
                <a16:creationId xmlns:a16="http://schemas.microsoft.com/office/drawing/2014/main" id="{582C5831-E83C-737B-199E-AB35DCA450D7}"/>
              </a:ext>
            </a:extLst>
          </p:cNvPr>
          <p:cNvSpPr txBox="1"/>
          <p:nvPr/>
        </p:nvSpPr>
        <p:spPr>
          <a:xfrm>
            <a:off x="161200" y="4833400"/>
            <a:ext cx="13851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44;p64">
            <a:extLst>
              <a:ext uri="{FF2B5EF4-FFF2-40B4-BE49-F238E27FC236}">
                <a16:creationId xmlns:a16="http://schemas.microsoft.com/office/drawing/2014/main" id="{B2E7AB21-8FD0-28AE-7F3B-F20E9DFC6980}"/>
              </a:ext>
            </a:extLst>
          </p:cNvPr>
          <p:cNvSpPr txBox="1"/>
          <p:nvPr/>
        </p:nvSpPr>
        <p:spPr>
          <a:xfrm>
            <a:off x="151300" y="4044850"/>
            <a:ext cx="1895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45;p64">
            <a:extLst>
              <a:ext uri="{FF2B5EF4-FFF2-40B4-BE49-F238E27FC236}">
                <a16:creationId xmlns:a16="http://schemas.microsoft.com/office/drawing/2014/main" id="{51CB63FB-28BF-6094-E67C-59989E22311C}"/>
              </a:ext>
            </a:extLst>
          </p:cNvPr>
          <p:cNvSpPr txBox="1"/>
          <p:nvPr/>
        </p:nvSpPr>
        <p:spPr>
          <a:xfrm>
            <a:off x="218050" y="2418275"/>
            <a:ext cx="1271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46;p64">
            <a:extLst>
              <a:ext uri="{FF2B5EF4-FFF2-40B4-BE49-F238E27FC236}">
                <a16:creationId xmlns:a16="http://schemas.microsoft.com/office/drawing/2014/main" id="{569988D5-9D4B-4245-6DD0-8DA208306FAE}"/>
              </a:ext>
            </a:extLst>
          </p:cNvPr>
          <p:cNvSpPr txBox="1"/>
          <p:nvPr/>
        </p:nvSpPr>
        <p:spPr>
          <a:xfrm>
            <a:off x="203200" y="1740050"/>
            <a:ext cx="1729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547;p64">
            <a:extLst>
              <a:ext uri="{FF2B5EF4-FFF2-40B4-BE49-F238E27FC236}">
                <a16:creationId xmlns:a16="http://schemas.microsoft.com/office/drawing/2014/main" id="{95B2D0F1-3639-758B-F09D-5AD22DB741DB}"/>
              </a:ext>
            </a:extLst>
          </p:cNvPr>
          <p:cNvSpPr txBox="1"/>
          <p:nvPr/>
        </p:nvSpPr>
        <p:spPr>
          <a:xfrm>
            <a:off x="218050" y="951500"/>
            <a:ext cx="179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48;p64">
            <a:extLst>
              <a:ext uri="{FF2B5EF4-FFF2-40B4-BE49-F238E27FC236}">
                <a16:creationId xmlns:a16="http://schemas.microsoft.com/office/drawing/2014/main" id="{633F682A-F3CA-06C6-595D-A5463D718248}"/>
              </a:ext>
            </a:extLst>
          </p:cNvPr>
          <p:cNvSpPr txBox="1"/>
          <p:nvPr/>
        </p:nvSpPr>
        <p:spPr>
          <a:xfrm>
            <a:off x="203200" y="162950"/>
            <a:ext cx="18438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52;p64">
            <a:extLst>
              <a:ext uri="{FF2B5EF4-FFF2-40B4-BE49-F238E27FC236}">
                <a16:creationId xmlns:a16="http://schemas.microsoft.com/office/drawing/2014/main" id="{5BA8E654-4913-FFFE-CFC2-735D53D2C396}"/>
              </a:ext>
            </a:extLst>
          </p:cNvPr>
          <p:cNvSpPr txBox="1"/>
          <p:nvPr/>
        </p:nvSpPr>
        <p:spPr>
          <a:xfrm>
            <a:off x="203200" y="525275"/>
            <a:ext cx="1967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C2A6F-52D1-845B-07B2-28A18A5BD444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66"/>
          <p:cNvSpPr/>
          <p:nvPr/>
        </p:nvSpPr>
        <p:spPr>
          <a:xfrm>
            <a:off x="1968900" y="33123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66"/>
          <p:cNvSpPr txBox="1"/>
          <p:nvPr/>
        </p:nvSpPr>
        <p:spPr>
          <a:xfrm>
            <a:off x="2420150" y="33869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3" name="Google Shape;1613;p66"/>
          <p:cNvSpPr/>
          <p:nvPr/>
        </p:nvSpPr>
        <p:spPr>
          <a:xfrm>
            <a:off x="2062124" y="41477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66"/>
          <p:cNvSpPr/>
          <p:nvPr/>
        </p:nvSpPr>
        <p:spPr>
          <a:xfrm>
            <a:off x="2057550" y="45726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66"/>
          <p:cNvSpPr txBox="1"/>
          <p:nvPr/>
        </p:nvSpPr>
        <p:spPr>
          <a:xfrm>
            <a:off x="205783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16" name="Google Shape;161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400" y="41477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7" name="Google Shape;161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21570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66"/>
          <p:cNvSpPr/>
          <p:nvPr/>
        </p:nvSpPr>
        <p:spPr>
          <a:xfrm>
            <a:off x="2105424" y="21401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66"/>
          <p:cNvSpPr/>
          <p:nvPr/>
        </p:nvSpPr>
        <p:spPr>
          <a:xfrm>
            <a:off x="2100850" y="25650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66"/>
          <p:cNvSpPr txBox="1"/>
          <p:nvPr/>
        </p:nvSpPr>
        <p:spPr>
          <a:xfrm>
            <a:off x="210113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21" name="Google Shape;162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14250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66"/>
          <p:cNvSpPr/>
          <p:nvPr/>
        </p:nvSpPr>
        <p:spPr>
          <a:xfrm>
            <a:off x="2105424" y="14081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66"/>
          <p:cNvSpPr/>
          <p:nvPr/>
        </p:nvSpPr>
        <p:spPr>
          <a:xfrm>
            <a:off x="2100850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66"/>
          <p:cNvSpPr txBox="1"/>
          <p:nvPr/>
        </p:nvSpPr>
        <p:spPr>
          <a:xfrm>
            <a:off x="210113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25" name="Google Shape;162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14091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5313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7" name="Google Shape;162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512034"/>
            <a:ext cx="2247601" cy="38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66"/>
          <p:cNvSpPr txBox="1"/>
          <p:nvPr/>
        </p:nvSpPr>
        <p:spPr>
          <a:xfrm>
            <a:off x="1948906" y="48807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&lt;BOS&gt;     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66"/>
          <p:cNvSpPr txBox="1"/>
          <p:nvPr/>
        </p:nvSpPr>
        <p:spPr>
          <a:xfrm>
            <a:off x="2005106" y="1629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Good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66"/>
          <p:cNvSpPr/>
          <p:nvPr/>
        </p:nvSpPr>
        <p:spPr>
          <a:xfrm>
            <a:off x="4085975" y="3746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66"/>
          <p:cNvSpPr/>
          <p:nvPr/>
        </p:nvSpPr>
        <p:spPr>
          <a:xfrm>
            <a:off x="2703875" y="4147650"/>
            <a:ext cx="17292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66"/>
          <p:cNvSpPr/>
          <p:nvPr/>
        </p:nvSpPr>
        <p:spPr>
          <a:xfrm>
            <a:off x="2750400" y="238200"/>
            <a:ext cx="1729200" cy="300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66"/>
          <p:cNvSpPr txBox="1"/>
          <p:nvPr/>
        </p:nvSpPr>
        <p:spPr>
          <a:xfrm>
            <a:off x="4564275" y="13091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инференса decoder генерирует выходную последовательност</a:t>
            </a:r>
            <a:r>
              <a:rPr lang="ru-RU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ь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авторе</a:t>
            </a:r>
            <a:r>
              <a:rPr lang="ru-RU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г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рессивно</a:t>
            </a:r>
            <a:endParaRPr dirty="0"/>
          </a:p>
        </p:txBody>
      </p:sp>
      <p:sp>
        <p:nvSpPr>
          <p:cNvPr id="2" name="Google Shape;1543;p64">
            <a:extLst>
              <a:ext uri="{FF2B5EF4-FFF2-40B4-BE49-F238E27FC236}">
                <a16:creationId xmlns:a16="http://schemas.microsoft.com/office/drawing/2014/main" id="{1187EF86-A3A0-F04D-9657-D43FE0A0E219}"/>
              </a:ext>
            </a:extLst>
          </p:cNvPr>
          <p:cNvSpPr txBox="1"/>
          <p:nvPr/>
        </p:nvSpPr>
        <p:spPr>
          <a:xfrm>
            <a:off x="161200" y="4833400"/>
            <a:ext cx="13851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44;p64">
            <a:extLst>
              <a:ext uri="{FF2B5EF4-FFF2-40B4-BE49-F238E27FC236}">
                <a16:creationId xmlns:a16="http://schemas.microsoft.com/office/drawing/2014/main" id="{049379CE-9F80-E991-ECF4-2A4D7E0331D5}"/>
              </a:ext>
            </a:extLst>
          </p:cNvPr>
          <p:cNvSpPr txBox="1"/>
          <p:nvPr/>
        </p:nvSpPr>
        <p:spPr>
          <a:xfrm>
            <a:off x="151300" y="4044850"/>
            <a:ext cx="1895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45;p64">
            <a:extLst>
              <a:ext uri="{FF2B5EF4-FFF2-40B4-BE49-F238E27FC236}">
                <a16:creationId xmlns:a16="http://schemas.microsoft.com/office/drawing/2014/main" id="{6725C0D4-CF25-838B-EA6D-1AF31B1AF009}"/>
              </a:ext>
            </a:extLst>
          </p:cNvPr>
          <p:cNvSpPr txBox="1"/>
          <p:nvPr/>
        </p:nvSpPr>
        <p:spPr>
          <a:xfrm>
            <a:off x="218050" y="2418275"/>
            <a:ext cx="1271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46;p64">
            <a:extLst>
              <a:ext uri="{FF2B5EF4-FFF2-40B4-BE49-F238E27FC236}">
                <a16:creationId xmlns:a16="http://schemas.microsoft.com/office/drawing/2014/main" id="{784D48E2-DA2E-B10A-7A37-399A73CEF2D3}"/>
              </a:ext>
            </a:extLst>
          </p:cNvPr>
          <p:cNvSpPr txBox="1"/>
          <p:nvPr/>
        </p:nvSpPr>
        <p:spPr>
          <a:xfrm>
            <a:off x="203200" y="1740050"/>
            <a:ext cx="1729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547;p64">
            <a:extLst>
              <a:ext uri="{FF2B5EF4-FFF2-40B4-BE49-F238E27FC236}">
                <a16:creationId xmlns:a16="http://schemas.microsoft.com/office/drawing/2014/main" id="{1230745A-8834-8DFA-8FB9-F2EA9E926A45}"/>
              </a:ext>
            </a:extLst>
          </p:cNvPr>
          <p:cNvSpPr txBox="1"/>
          <p:nvPr/>
        </p:nvSpPr>
        <p:spPr>
          <a:xfrm>
            <a:off x="218050" y="951500"/>
            <a:ext cx="179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48;p64">
            <a:extLst>
              <a:ext uri="{FF2B5EF4-FFF2-40B4-BE49-F238E27FC236}">
                <a16:creationId xmlns:a16="http://schemas.microsoft.com/office/drawing/2014/main" id="{7F249CBE-A8F3-86A1-5BF0-6DC0AFCE30AC}"/>
              </a:ext>
            </a:extLst>
          </p:cNvPr>
          <p:cNvSpPr txBox="1"/>
          <p:nvPr/>
        </p:nvSpPr>
        <p:spPr>
          <a:xfrm>
            <a:off x="203200" y="162950"/>
            <a:ext cx="18438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52;p64">
            <a:extLst>
              <a:ext uri="{FF2B5EF4-FFF2-40B4-BE49-F238E27FC236}">
                <a16:creationId xmlns:a16="http://schemas.microsoft.com/office/drawing/2014/main" id="{5019417D-22C2-3B7D-4053-450179AEF9CA}"/>
              </a:ext>
            </a:extLst>
          </p:cNvPr>
          <p:cNvSpPr txBox="1"/>
          <p:nvPr/>
        </p:nvSpPr>
        <p:spPr>
          <a:xfrm>
            <a:off x="203200" y="525275"/>
            <a:ext cx="1967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0AA3E-6F00-952E-3CEB-E2FEC0AB6054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67"/>
          <p:cNvSpPr/>
          <p:nvPr/>
        </p:nvSpPr>
        <p:spPr>
          <a:xfrm>
            <a:off x="699350" y="2917088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67"/>
          <p:cNvSpPr/>
          <p:nvPr/>
        </p:nvSpPr>
        <p:spPr>
          <a:xfrm>
            <a:off x="778775" y="30052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67"/>
          <p:cNvSpPr/>
          <p:nvPr/>
        </p:nvSpPr>
        <p:spPr>
          <a:xfrm>
            <a:off x="1968900" y="33123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67"/>
          <p:cNvSpPr txBox="1"/>
          <p:nvPr/>
        </p:nvSpPr>
        <p:spPr>
          <a:xfrm>
            <a:off x="2420150" y="33869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51" name="Google Shape;1651;p67"/>
          <p:cNvSpPr/>
          <p:nvPr/>
        </p:nvSpPr>
        <p:spPr>
          <a:xfrm>
            <a:off x="2062124" y="41477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67"/>
          <p:cNvSpPr/>
          <p:nvPr/>
        </p:nvSpPr>
        <p:spPr>
          <a:xfrm>
            <a:off x="2057550" y="45726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p67"/>
          <p:cNvSpPr/>
          <p:nvPr/>
        </p:nvSpPr>
        <p:spPr>
          <a:xfrm>
            <a:off x="2631027" y="45726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67"/>
          <p:cNvSpPr txBox="1"/>
          <p:nvPr/>
        </p:nvSpPr>
        <p:spPr>
          <a:xfrm>
            <a:off x="205783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55" name="Google Shape;1655;p67"/>
          <p:cNvSpPr txBox="1"/>
          <p:nvPr/>
        </p:nvSpPr>
        <p:spPr>
          <a:xfrm>
            <a:off x="265898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56" name="Google Shape;165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400" y="41477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21570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67"/>
          <p:cNvSpPr/>
          <p:nvPr/>
        </p:nvSpPr>
        <p:spPr>
          <a:xfrm>
            <a:off x="2105424" y="21401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67"/>
          <p:cNvSpPr/>
          <p:nvPr/>
        </p:nvSpPr>
        <p:spPr>
          <a:xfrm>
            <a:off x="2100850" y="25650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67"/>
          <p:cNvSpPr/>
          <p:nvPr/>
        </p:nvSpPr>
        <p:spPr>
          <a:xfrm>
            <a:off x="2674327" y="25650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p67"/>
          <p:cNvSpPr txBox="1"/>
          <p:nvPr/>
        </p:nvSpPr>
        <p:spPr>
          <a:xfrm>
            <a:off x="210113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62" name="Google Shape;1662;p67"/>
          <p:cNvSpPr txBox="1"/>
          <p:nvPr/>
        </p:nvSpPr>
        <p:spPr>
          <a:xfrm>
            <a:off x="270228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63" name="Google Shape;166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14250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67"/>
          <p:cNvSpPr/>
          <p:nvPr/>
        </p:nvSpPr>
        <p:spPr>
          <a:xfrm>
            <a:off x="2105424" y="14081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67"/>
          <p:cNvSpPr/>
          <p:nvPr/>
        </p:nvSpPr>
        <p:spPr>
          <a:xfrm>
            <a:off x="2100850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67"/>
          <p:cNvSpPr/>
          <p:nvPr/>
        </p:nvSpPr>
        <p:spPr>
          <a:xfrm>
            <a:off x="2674327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67"/>
          <p:cNvSpPr txBox="1"/>
          <p:nvPr/>
        </p:nvSpPr>
        <p:spPr>
          <a:xfrm>
            <a:off x="210113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68" name="Google Shape;1668;p67"/>
          <p:cNvSpPr txBox="1"/>
          <p:nvPr/>
        </p:nvSpPr>
        <p:spPr>
          <a:xfrm>
            <a:off x="270228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69" name="Google Shape;16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14091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0" name="Google Shape;167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5313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7389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2" name="Google Shape;167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512034"/>
            <a:ext cx="2247601" cy="38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67"/>
          <p:cNvSpPr txBox="1"/>
          <p:nvPr/>
        </p:nvSpPr>
        <p:spPr>
          <a:xfrm>
            <a:off x="1948906" y="48807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Good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67"/>
          <p:cNvSpPr txBox="1"/>
          <p:nvPr/>
        </p:nvSpPr>
        <p:spPr>
          <a:xfrm>
            <a:off x="2005106" y="1629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67"/>
          <p:cNvSpPr/>
          <p:nvPr/>
        </p:nvSpPr>
        <p:spPr>
          <a:xfrm>
            <a:off x="4085975" y="3746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67"/>
          <p:cNvSpPr/>
          <p:nvPr/>
        </p:nvSpPr>
        <p:spPr>
          <a:xfrm>
            <a:off x="3383375" y="4147650"/>
            <a:ext cx="10497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67"/>
          <p:cNvSpPr txBox="1"/>
          <p:nvPr/>
        </p:nvSpPr>
        <p:spPr>
          <a:xfrm>
            <a:off x="473975" y="44194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678" name="Google Shape;1678;p67"/>
          <p:cNvSpPr txBox="1"/>
          <p:nvPr/>
        </p:nvSpPr>
        <p:spPr>
          <a:xfrm>
            <a:off x="394550" y="4331225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686" name="Google Shape;1686;p67"/>
          <p:cNvSpPr/>
          <p:nvPr/>
        </p:nvSpPr>
        <p:spPr>
          <a:xfrm>
            <a:off x="3429900" y="238200"/>
            <a:ext cx="1049700" cy="300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67"/>
          <p:cNvSpPr txBox="1"/>
          <p:nvPr/>
        </p:nvSpPr>
        <p:spPr>
          <a:xfrm>
            <a:off x="4564275" y="13091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инференса decoder генерирует выходную последовательност</a:t>
            </a:r>
            <a:r>
              <a:rPr lang="ru-RU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ь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авторе</a:t>
            </a:r>
            <a:r>
              <a:rPr lang="ru-RU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г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рессивно</a:t>
            </a:r>
            <a:endParaRPr dirty="0"/>
          </a:p>
        </p:txBody>
      </p:sp>
      <p:sp>
        <p:nvSpPr>
          <p:cNvPr id="2" name="Google Shape;1543;p64">
            <a:extLst>
              <a:ext uri="{FF2B5EF4-FFF2-40B4-BE49-F238E27FC236}">
                <a16:creationId xmlns:a16="http://schemas.microsoft.com/office/drawing/2014/main" id="{6AC17C72-550E-7E8E-B760-9D6115A18AB7}"/>
              </a:ext>
            </a:extLst>
          </p:cNvPr>
          <p:cNvSpPr txBox="1"/>
          <p:nvPr/>
        </p:nvSpPr>
        <p:spPr>
          <a:xfrm>
            <a:off x="161200" y="4833400"/>
            <a:ext cx="13851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44;p64">
            <a:extLst>
              <a:ext uri="{FF2B5EF4-FFF2-40B4-BE49-F238E27FC236}">
                <a16:creationId xmlns:a16="http://schemas.microsoft.com/office/drawing/2014/main" id="{FF206376-CB99-3878-ADB0-67E0A5B942D1}"/>
              </a:ext>
            </a:extLst>
          </p:cNvPr>
          <p:cNvSpPr txBox="1"/>
          <p:nvPr/>
        </p:nvSpPr>
        <p:spPr>
          <a:xfrm>
            <a:off x="151300" y="4044850"/>
            <a:ext cx="1895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45;p64">
            <a:extLst>
              <a:ext uri="{FF2B5EF4-FFF2-40B4-BE49-F238E27FC236}">
                <a16:creationId xmlns:a16="http://schemas.microsoft.com/office/drawing/2014/main" id="{3E36584C-E5DD-88AC-7FD1-6126391186BD}"/>
              </a:ext>
            </a:extLst>
          </p:cNvPr>
          <p:cNvSpPr txBox="1"/>
          <p:nvPr/>
        </p:nvSpPr>
        <p:spPr>
          <a:xfrm>
            <a:off x="218050" y="2418275"/>
            <a:ext cx="1271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46;p64">
            <a:extLst>
              <a:ext uri="{FF2B5EF4-FFF2-40B4-BE49-F238E27FC236}">
                <a16:creationId xmlns:a16="http://schemas.microsoft.com/office/drawing/2014/main" id="{83310C15-3BA9-FF1A-D6E1-6AF492AF7C29}"/>
              </a:ext>
            </a:extLst>
          </p:cNvPr>
          <p:cNvSpPr txBox="1"/>
          <p:nvPr/>
        </p:nvSpPr>
        <p:spPr>
          <a:xfrm>
            <a:off x="203200" y="1740050"/>
            <a:ext cx="1729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547;p64">
            <a:extLst>
              <a:ext uri="{FF2B5EF4-FFF2-40B4-BE49-F238E27FC236}">
                <a16:creationId xmlns:a16="http://schemas.microsoft.com/office/drawing/2014/main" id="{EB27FEEE-BC60-22BC-4649-BCBE3BDC1C8C}"/>
              </a:ext>
            </a:extLst>
          </p:cNvPr>
          <p:cNvSpPr txBox="1"/>
          <p:nvPr/>
        </p:nvSpPr>
        <p:spPr>
          <a:xfrm>
            <a:off x="218050" y="951500"/>
            <a:ext cx="179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48;p64">
            <a:extLst>
              <a:ext uri="{FF2B5EF4-FFF2-40B4-BE49-F238E27FC236}">
                <a16:creationId xmlns:a16="http://schemas.microsoft.com/office/drawing/2014/main" id="{8087E733-45EF-3BF5-CE39-0AAE22886B5D}"/>
              </a:ext>
            </a:extLst>
          </p:cNvPr>
          <p:cNvSpPr txBox="1"/>
          <p:nvPr/>
        </p:nvSpPr>
        <p:spPr>
          <a:xfrm>
            <a:off x="203200" y="162950"/>
            <a:ext cx="18438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52;p64">
            <a:extLst>
              <a:ext uri="{FF2B5EF4-FFF2-40B4-BE49-F238E27FC236}">
                <a16:creationId xmlns:a16="http://schemas.microsoft.com/office/drawing/2014/main" id="{4BC140E1-AD59-B187-3477-2918E34EC882}"/>
              </a:ext>
            </a:extLst>
          </p:cNvPr>
          <p:cNvSpPr txBox="1"/>
          <p:nvPr/>
        </p:nvSpPr>
        <p:spPr>
          <a:xfrm>
            <a:off x="203200" y="525275"/>
            <a:ext cx="1967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427E1-6296-D168-A13E-F2CF315DAA0B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68"/>
          <p:cNvSpPr/>
          <p:nvPr/>
        </p:nvSpPr>
        <p:spPr>
          <a:xfrm>
            <a:off x="699350" y="2917088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68"/>
          <p:cNvSpPr/>
          <p:nvPr/>
        </p:nvSpPr>
        <p:spPr>
          <a:xfrm>
            <a:off x="778775" y="30052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68"/>
          <p:cNvSpPr/>
          <p:nvPr/>
        </p:nvSpPr>
        <p:spPr>
          <a:xfrm>
            <a:off x="1968900" y="33123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68"/>
          <p:cNvSpPr txBox="1"/>
          <p:nvPr/>
        </p:nvSpPr>
        <p:spPr>
          <a:xfrm>
            <a:off x="2420150" y="33869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96" name="Google Shape;1696;p68"/>
          <p:cNvSpPr/>
          <p:nvPr/>
        </p:nvSpPr>
        <p:spPr>
          <a:xfrm>
            <a:off x="2062124" y="41477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68"/>
          <p:cNvSpPr/>
          <p:nvPr/>
        </p:nvSpPr>
        <p:spPr>
          <a:xfrm>
            <a:off x="2057550" y="45726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68"/>
          <p:cNvSpPr/>
          <p:nvPr/>
        </p:nvSpPr>
        <p:spPr>
          <a:xfrm>
            <a:off x="2631027" y="45726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68"/>
          <p:cNvSpPr/>
          <p:nvPr/>
        </p:nvSpPr>
        <p:spPr>
          <a:xfrm>
            <a:off x="3259827" y="45726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68"/>
          <p:cNvSpPr txBox="1"/>
          <p:nvPr/>
        </p:nvSpPr>
        <p:spPr>
          <a:xfrm>
            <a:off x="205783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01" name="Google Shape;1701;p68"/>
          <p:cNvSpPr txBox="1"/>
          <p:nvPr/>
        </p:nvSpPr>
        <p:spPr>
          <a:xfrm>
            <a:off x="265898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02" name="Google Shape;1702;p68"/>
          <p:cNvSpPr txBox="1"/>
          <p:nvPr/>
        </p:nvSpPr>
        <p:spPr>
          <a:xfrm>
            <a:off x="3273800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703" name="Google Shape;170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400" y="41477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21570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68"/>
          <p:cNvSpPr/>
          <p:nvPr/>
        </p:nvSpPr>
        <p:spPr>
          <a:xfrm>
            <a:off x="2105424" y="21401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68"/>
          <p:cNvSpPr/>
          <p:nvPr/>
        </p:nvSpPr>
        <p:spPr>
          <a:xfrm>
            <a:off x="2100850" y="25650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68"/>
          <p:cNvSpPr/>
          <p:nvPr/>
        </p:nvSpPr>
        <p:spPr>
          <a:xfrm>
            <a:off x="2674327" y="25650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68"/>
          <p:cNvSpPr/>
          <p:nvPr/>
        </p:nvSpPr>
        <p:spPr>
          <a:xfrm>
            <a:off x="3303127" y="25650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68"/>
          <p:cNvSpPr txBox="1"/>
          <p:nvPr/>
        </p:nvSpPr>
        <p:spPr>
          <a:xfrm>
            <a:off x="210113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0" name="Google Shape;1710;p68"/>
          <p:cNvSpPr txBox="1"/>
          <p:nvPr/>
        </p:nvSpPr>
        <p:spPr>
          <a:xfrm>
            <a:off x="270228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1" name="Google Shape;1711;p68"/>
          <p:cNvSpPr txBox="1"/>
          <p:nvPr/>
        </p:nvSpPr>
        <p:spPr>
          <a:xfrm>
            <a:off x="3317100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712" name="Google Shape;171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14250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68"/>
          <p:cNvSpPr/>
          <p:nvPr/>
        </p:nvSpPr>
        <p:spPr>
          <a:xfrm>
            <a:off x="2105424" y="14081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68"/>
          <p:cNvSpPr/>
          <p:nvPr/>
        </p:nvSpPr>
        <p:spPr>
          <a:xfrm>
            <a:off x="2100850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68"/>
          <p:cNvSpPr/>
          <p:nvPr/>
        </p:nvSpPr>
        <p:spPr>
          <a:xfrm>
            <a:off x="2674327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68"/>
          <p:cNvSpPr/>
          <p:nvPr/>
        </p:nvSpPr>
        <p:spPr>
          <a:xfrm>
            <a:off x="3303127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7" name="Google Shape;1717;p68"/>
          <p:cNvSpPr txBox="1"/>
          <p:nvPr/>
        </p:nvSpPr>
        <p:spPr>
          <a:xfrm>
            <a:off x="210113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8" name="Google Shape;1718;p68"/>
          <p:cNvSpPr txBox="1"/>
          <p:nvPr/>
        </p:nvSpPr>
        <p:spPr>
          <a:xfrm>
            <a:off x="270228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9" name="Google Shape;1719;p68"/>
          <p:cNvSpPr txBox="1"/>
          <p:nvPr/>
        </p:nvSpPr>
        <p:spPr>
          <a:xfrm>
            <a:off x="3317100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720" name="Google Shape;172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14091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5313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7389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3" name="Google Shape;17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4282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512034"/>
            <a:ext cx="2247601" cy="38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68"/>
          <p:cNvSpPr txBox="1"/>
          <p:nvPr/>
        </p:nvSpPr>
        <p:spPr>
          <a:xfrm>
            <a:off x="1948906" y="48807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68"/>
          <p:cNvSpPr txBox="1"/>
          <p:nvPr/>
        </p:nvSpPr>
        <p:spPr>
          <a:xfrm>
            <a:off x="2005106" y="1629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68"/>
          <p:cNvSpPr/>
          <p:nvPr/>
        </p:nvSpPr>
        <p:spPr>
          <a:xfrm>
            <a:off x="4085975" y="3746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68"/>
          <p:cNvSpPr/>
          <p:nvPr/>
        </p:nvSpPr>
        <p:spPr>
          <a:xfrm>
            <a:off x="4085975" y="41476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68"/>
          <p:cNvSpPr txBox="1"/>
          <p:nvPr/>
        </p:nvSpPr>
        <p:spPr>
          <a:xfrm>
            <a:off x="473975" y="44194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730" name="Google Shape;1730;p68"/>
          <p:cNvSpPr txBox="1"/>
          <p:nvPr/>
        </p:nvSpPr>
        <p:spPr>
          <a:xfrm>
            <a:off x="394550" y="4331225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738" name="Google Shape;1738;p68"/>
          <p:cNvSpPr txBox="1"/>
          <p:nvPr/>
        </p:nvSpPr>
        <p:spPr>
          <a:xfrm>
            <a:off x="4564275" y="13091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инференса decoder генерирует выходную последовательност</a:t>
            </a:r>
            <a:r>
              <a:rPr lang="ru-RU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ь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авторе</a:t>
            </a:r>
            <a:r>
              <a:rPr lang="ru-RU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г</a:t>
            </a:r>
            <a:r>
              <a:rPr lang="en" sz="1600" b="1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рессивно</a:t>
            </a:r>
            <a:endParaRPr dirty="0"/>
          </a:p>
        </p:txBody>
      </p:sp>
      <p:sp>
        <p:nvSpPr>
          <p:cNvPr id="2" name="Google Shape;1543;p64">
            <a:extLst>
              <a:ext uri="{FF2B5EF4-FFF2-40B4-BE49-F238E27FC236}">
                <a16:creationId xmlns:a16="http://schemas.microsoft.com/office/drawing/2014/main" id="{8FA2017B-0343-1DF1-1DAD-86F8A3725A9E}"/>
              </a:ext>
            </a:extLst>
          </p:cNvPr>
          <p:cNvSpPr txBox="1"/>
          <p:nvPr/>
        </p:nvSpPr>
        <p:spPr>
          <a:xfrm>
            <a:off x="161200" y="4833400"/>
            <a:ext cx="13851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6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44;p64">
            <a:extLst>
              <a:ext uri="{FF2B5EF4-FFF2-40B4-BE49-F238E27FC236}">
                <a16:creationId xmlns:a16="http://schemas.microsoft.com/office/drawing/2014/main" id="{F1030F82-2B2F-B2F5-4FA7-D28BF0C705F7}"/>
              </a:ext>
            </a:extLst>
          </p:cNvPr>
          <p:cNvSpPr txBox="1"/>
          <p:nvPr/>
        </p:nvSpPr>
        <p:spPr>
          <a:xfrm>
            <a:off x="151300" y="4044850"/>
            <a:ext cx="1895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45;p64">
            <a:extLst>
              <a:ext uri="{FF2B5EF4-FFF2-40B4-BE49-F238E27FC236}">
                <a16:creationId xmlns:a16="http://schemas.microsoft.com/office/drawing/2014/main" id="{4B51E378-04A2-3E01-FB55-820B49E2806F}"/>
              </a:ext>
            </a:extLst>
          </p:cNvPr>
          <p:cNvSpPr txBox="1"/>
          <p:nvPr/>
        </p:nvSpPr>
        <p:spPr>
          <a:xfrm>
            <a:off x="218050" y="2418275"/>
            <a:ext cx="1271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46;p64">
            <a:extLst>
              <a:ext uri="{FF2B5EF4-FFF2-40B4-BE49-F238E27FC236}">
                <a16:creationId xmlns:a16="http://schemas.microsoft.com/office/drawing/2014/main" id="{3645C985-B589-2F49-6A2B-D5D58257830C}"/>
              </a:ext>
            </a:extLst>
          </p:cNvPr>
          <p:cNvSpPr txBox="1"/>
          <p:nvPr/>
        </p:nvSpPr>
        <p:spPr>
          <a:xfrm>
            <a:off x="203200" y="1740050"/>
            <a:ext cx="1729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547;p64">
            <a:extLst>
              <a:ext uri="{FF2B5EF4-FFF2-40B4-BE49-F238E27FC236}">
                <a16:creationId xmlns:a16="http://schemas.microsoft.com/office/drawing/2014/main" id="{1F4CFE16-BBDE-7039-C191-ABED1812F2D1}"/>
              </a:ext>
            </a:extLst>
          </p:cNvPr>
          <p:cNvSpPr txBox="1"/>
          <p:nvPr/>
        </p:nvSpPr>
        <p:spPr>
          <a:xfrm>
            <a:off x="218050" y="951500"/>
            <a:ext cx="179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48;p64">
            <a:extLst>
              <a:ext uri="{FF2B5EF4-FFF2-40B4-BE49-F238E27FC236}">
                <a16:creationId xmlns:a16="http://schemas.microsoft.com/office/drawing/2014/main" id="{634AC335-51CF-A344-47E8-1ED325EE6780}"/>
              </a:ext>
            </a:extLst>
          </p:cNvPr>
          <p:cNvSpPr txBox="1"/>
          <p:nvPr/>
        </p:nvSpPr>
        <p:spPr>
          <a:xfrm>
            <a:off x="203200" y="162950"/>
            <a:ext cx="18438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52;p64">
            <a:extLst>
              <a:ext uri="{FF2B5EF4-FFF2-40B4-BE49-F238E27FC236}">
                <a16:creationId xmlns:a16="http://schemas.microsoft.com/office/drawing/2014/main" id="{B779CE67-09A4-D137-64E6-390B90D71A9A}"/>
              </a:ext>
            </a:extLst>
          </p:cNvPr>
          <p:cNvSpPr txBox="1"/>
          <p:nvPr/>
        </p:nvSpPr>
        <p:spPr>
          <a:xfrm>
            <a:off x="203200" y="525275"/>
            <a:ext cx="1967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6A6B2-757B-81F7-4253-74AFF10BDD2C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</a:t>
            </a:r>
            <a:endParaRPr/>
          </a:p>
        </p:txBody>
      </p:sp>
      <p:pic>
        <p:nvPicPr>
          <p:cNvPr id="1744" name="Google Shape;174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250" y="1060875"/>
            <a:ext cx="4138409" cy="39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5" name="Google Shape;1745;p69"/>
          <p:cNvSpPr/>
          <p:nvPr/>
        </p:nvSpPr>
        <p:spPr>
          <a:xfrm>
            <a:off x="5224875" y="18284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69"/>
          <p:cNvSpPr txBox="1"/>
          <p:nvPr/>
        </p:nvSpPr>
        <p:spPr>
          <a:xfrm>
            <a:off x="5433400" y="2650000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Decoder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747" name="Google Shape;1747;p69"/>
          <p:cNvSpPr/>
          <p:nvPr/>
        </p:nvSpPr>
        <p:spPr>
          <a:xfrm>
            <a:off x="1019250" y="2276175"/>
            <a:ext cx="141300" cy="1208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8" name="Google Shape;1748;p69"/>
          <p:cNvSpPr txBox="1"/>
          <p:nvPr/>
        </p:nvSpPr>
        <p:spPr>
          <a:xfrm>
            <a:off x="96125" y="2572725"/>
            <a:ext cx="85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790044-D47C-75BE-BD5B-2B94F5E9C4CE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70"/>
          <p:cNvSpPr txBox="1"/>
          <p:nvPr/>
        </p:nvSpPr>
        <p:spPr>
          <a:xfrm>
            <a:off x="1477544" y="4628607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70"/>
          <p:cNvSpPr txBox="1"/>
          <p:nvPr/>
        </p:nvSpPr>
        <p:spPr>
          <a:xfrm>
            <a:off x="72637" y="4582471"/>
            <a:ext cx="118139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6" name="Google Shape;17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537" y="35439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0"/>
          <p:cNvSpPr txBox="1"/>
          <p:nvPr/>
        </p:nvSpPr>
        <p:spPr>
          <a:xfrm>
            <a:off x="72637" y="3824612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token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70"/>
          <p:cNvSpPr/>
          <p:nvPr/>
        </p:nvSpPr>
        <p:spPr>
          <a:xfrm>
            <a:off x="1634062" y="35270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70"/>
          <p:cNvSpPr/>
          <p:nvPr/>
        </p:nvSpPr>
        <p:spPr>
          <a:xfrm>
            <a:off x="1629488" y="395196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70"/>
          <p:cNvSpPr/>
          <p:nvPr/>
        </p:nvSpPr>
        <p:spPr>
          <a:xfrm>
            <a:off x="2202965" y="39519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p70"/>
          <p:cNvSpPr/>
          <p:nvPr/>
        </p:nvSpPr>
        <p:spPr>
          <a:xfrm>
            <a:off x="2831765" y="39519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p70"/>
          <p:cNvSpPr/>
          <p:nvPr/>
        </p:nvSpPr>
        <p:spPr>
          <a:xfrm>
            <a:off x="3460565" y="39519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70"/>
          <p:cNvSpPr txBox="1"/>
          <p:nvPr/>
        </p:nvSpPr>
        <p:spPr>
          <a:xfrm>
            <a:off x="1629775" y="3852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64" name="Google Shape;1764;p70"/>
          <p:cNvSpPr txBox="1"/>
          <p:nvPr/>
        </p:nvSpPr>
        <p:spPr>
          <a:xfrm>
            <a:off x="2230925" y="3852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65" name="Google Shape;1765;p70"/>
          <p:cNvSpPr txBox="1"/>
          <p:nvPr/>
        </p:nvSpPr>
        <p:spPr>
          <a:xfrm>
            <a:off x="2845738" y="3852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66" name="Google Shape;1766;p70"/>
          <p:cNvSpPr txBox="1"/>
          <p:nvPr/>
        </p:nvSpPr>
        <p:spPr>
          <a:xfrm>
            <a:off x="3460525" y="3852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67" name="Google Shape;1767;p70"/>
          <p:cNvSpPr/>
          <p:nvPr/>
        </p:nvSpPr>
        <p:spPr>
          <a:xfrm>
            <a:off x="1634062" y="2803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8" name="Google Shape;1768;p70"/>
          <p:cNvSpPr/>
          <p:nvPr/>
        </p:nvSpPr>
        <p:spPr>
          <a:xfrm>
            <a:off x="1629488" y="32287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70"/>
          <p:cNvSpPr/>
          <p:nvPr/>
        </p:nvSpPr>
        <p:spPr>
          <a:xfrm>
            <a:off x="2202965" y="32287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70"/>
          <p:cNvSpPr/>
          <p:nvPr/>
        </p:nvSpPr>
        <p:spPr>
          <a:xfrm>
            <a:off x="2831765" y="32287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70"/>
          <p:cNvSpPr/>
          <p:nvPr/>
        </p:nvSpPr>
        <p:spPr>
          <a:xfrm>
            <a:off x="3460565" y="32287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70"/>
          <p:cNvSpPr txBox="1"/>
          <p:nvPr/>
        </p:nvSpPr>
        <p:spPr>
          <a:xfrm>
            <a:off x="1630100" y="31283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73" name="Google Shape;1773;p70"/>
          <p:cNvSpPr txBox="1"/>
          <p:nvPr/>
        </p:nvSpPr>
        <p:spPr>
          <a:xfrm>
            <a:off x="2230925" y="3129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74" name="Google Shape;1774;p70"/>
          <p:cNvSpPr txBox="1"/>
          <p:nvPr/>
        </p:nvSpPr>
        <p:spPr>
          <a:xfrm>
            <a:off x="2845738" y="3129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75" name="Google Shape;1775;p70"/>
          <p:cNvSpPr txBox="1"/>
          <p:nvPr/>
        </p:nvSpPr>
        <p:spPr>
          <a:xfrm>
            <a:off x="3460525" y="31292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76" name="Google Shape;1776;p70"/>
          <p:cNvSpPr txBox="1"/>
          <p:nvPr/>
        </p:nvSpPr>
        <p:spPr>
          <a:xfrm>
            <a:off x="72637" y="3189437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7" name="Google Shape;1777;p70"/>
          <p:cNvCxnSpPr>
            <a:stCxn id="1772" idx="2"/>
            <a:endCxn id="1763" idx="0"/>
          </p:cNvCxnSpPr>
          <p:nvPr/>
        </p:nvCxnSpPr>
        <p:spPr>
          <a:xfrm flipH="1">
            <a:off x="1872500" y="3543813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8" name="Google Shape;1778;p70"/>
          <p:cNvCxnSpPr>
            <a:stCxn id="1772" idx="2"/>
            <a:endCxn id="1764" idx="0"/>
          </p:cNvCxnSpPr>
          <p:nvPr/>
        </p:nvCxnSpPr>
        <p:spPr>
          <a:xfrm>
            <a:off x="1872800" y="3543813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9" name="Google Shape;1779;p70"/>
          <p:cNvCxnSpPr>
            <a:stCxn id="1772" idx="2"/>
            <a:endCxn id="1765" idx="0"/>
          </p:cNvCxnSpPr>
          <p:nvPr/>
        </p:nvCxnSpPr>
        <p:spPr>
          <a:xfrm>
            <a:off x="1872800" y="3543813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0" name="Google Shape;1780;p70"/>
          <p:cNvCxnSpPr>
            <a:stCxn id="1772" idx="2"/>
            <a:endCxn id="1766" idx="0"/>
          </p:cNvCxnSpPr>
          <p:nvPr/>
        </p:nvCxnSpPr>
        <p:spPr>
          <a:xfrm>
            <a:off x="1872800" y="3543813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1" name="Google Shape;1781;p70"/>
          <p:cNvCxnSpPr>
            <a:stCxn id="1773" idx="2"/>
            <a:endCxn id="1763" idx="0"/>
          </p:cNvCxnSpPr>
          <p:nvPr/>
        </p:nvCxnSpPr>
        <p:spPr>
          <a:xfrm flipH="1">
            <a:off x="1872425" y="3544738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2" name="Google Shape;1782;p70"/>
          <p:cNvCxnSpPr>
            <a:stCxn id="1773" idx="2"/>
            <a:endCxn id="1764" idx="0"/>
          </p:cNvCxnSpPr>
          <p:nvPr/>
        </p:nvCxnSpPr>
        <p:spPr>
          <a:xfrm>
            <a:off x="2473625" y="35447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3" name="Google Shape;1783;p70"/>
          <p:cNvCxnSpPr>
            <a:stCxn id="1773" idx="2"/>
            <a:endCxn id="1765" idx="0"/>
          </p:cNvCxnSpPr>
          <p:nvPr/>
        </p:nvCxnSpPr>
        <p:spPr>
          <a:xfrm>
            <a:off x="2473625" y="35447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4" name="Google Shape;1784;p70"/>
          <p:cNvCxnSpPr>
            <a:stCxn id="1773" idx="2"/>
            <a:endCxn id="1766" idx="0"/>
          </p:cNvCxnSpPr>
          <p:nvPr/>
        </p:nvCxnSpPr>
        <p:spPr>
          <a:xfrm>
            <a:off x="2473625" y="3544738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5" name="Google Shape;1785;p70"/>
          <p:cNvCxnSpPr>
            <a:stCxn id="1774" idx="2"/>
            <a:endCxn id="1763" idx="0"/>
          </p:cNvCxnSpPr>
          <p:nvPr/>
        </p:nvCxnSpPr>
        <p:spPr>
          <a:xfrm flipH="1">
            <a:off x="1872538" y="3544738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6" name="Google Shape;1786;p70"/>
          <p:cNvCxnSpPr>
            <a:stCxn id="1774" idx="2"/>
            <a:endCxn id="1764" idx="0"/>
          </p:cNvCxnSpPr>
          <p:nvPr/>
        </p:nvCxnSpPr>
        <p:spPr>
          <a:xfrm flipH="1">
            <a:off x="2473738" y="35447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7" name="Google Shape;1787;p70"/>
          <p:cNvCxnSpPr>
            <a:stCxn id="1774" idx="2"/>
            <a:endCxn id="1765" idx="0"/>
          </p:cNvCxnSpPr>
          <p:nvPr/>
        </p:nvCxnSpPr>
        <p:spPr>
          <a:xfrm>
            <a:off x="3088438" y="35447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8" name="Google Shape;1788;p70"/>
          <p:cNvCxnSpPr>
            <a:stCxn id="1774" idx="2"/>
            <a:endCxn id="1766" idx="0"/>
          </p:cNvCxnSpPr>
          <p:nvPr/>
        </p:nvCxnSpPr>
        <p:spPr>
          <a:xfrm>
            <a:off x="3088438" y="35447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9" name="Google Shape;1789;p70"/>
          <p:cNvCxnSpPr>
            <a:stCxn id="1775" idx="2"/>
            <a:endCxn id="1763" idx="0"/>
          </p:cNvCxnSpPr>
          <p:nvPr/>
        </p:nvCxnSpPr>
        <p:spPr>
          <a:xfrm flipH="1">
            <a:off x="1872325" y="3544725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0" name="Google Shape;1790;p70"/>
          <p:cNvCxnSpPr>
            <a:stCxn id="1775" idx="2"/>
            <a:endCxn id="1764" idx="0"/>
          </p:cNvCxnSpPr>
          <p:nvPr/>
        </p:nvCxnSpPr>
        <p:spPr>
          <a:xfrm flipH="1">
            <a:off x="2473525" y="354472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1" name="Google Shape;1791;p70"/>
          <p:cNvCxnSpPr>
            <a:stCxn id="1775" idx="2"/>
            <a:endCxn id="1765" idx="0"/>
          </p:cNvCxnSpPr>
          <p:nvPr/>
        </p:nvCxnSpPr>
        <p:spPr>
          <a:xfrm flipH="1">
            <a:off x="3088525" y="354472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2" name="Google Shape;1792;p70"/>
          <p:cNvCxnSpPr>
            <a:stCxn id="1775" idx="2"/>
            <a:endCxn id="1766" idx="0"/>
          </p:cNvCxnSpPr>
          <p:nvPr/>
        </p:nvCxnSpPr>
        <p:spPr>
          <a:xfrm>
            <a:off x="3703225" y="35447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3" name="Google Shape;1793;p70"/>
          <p:cNvSpPr txBox="1"/>
          <p:nvPr/>
        </p:nvSpPr>
        <p:spPr>
          <a:xfrm>
            <a:off x="399925" y="1376500"/>
            <a:ext cx="277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Что было в Encoder блоке: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794" name="Google Shape;1794;p70"/>
          <p:cNvSpPr txBox="1"/>
          <p:nvPr/>
        </p:nvSpPr>
        <p:spPr>
          <a:xfrm>
            <a:off x="2195150" y="194993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Encoder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66070-F0A8-3CC8-149F-D6C7FA4DB174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71"/>
          <p:cNvSpPr/>
          <p:nvPr/>
        </p:nvSpPr>
        <p:spPr>
          <a:xfrm>
            <a:off x="5540752" y="39485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p71"/>
          <p:cNvSpPr txBox="1"/>
          <p:nvPr/>
        </p:nvSpPr>
        <p:spPr>
          <a:xfrm>
            <a:off x="5540713" y="384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02" name="Google Shape;1802;p71"/>
          <p:cNvSpPr/>
          <p:nvPr/>
        </p:nvSpPr>
        <p:spPr>
          <a:xfrm>
            <a:off x="5540752" y="3225363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3" name="Google Shape;1803;p71"/>
          <p:cNvSpPr txBox="1"/>
          <p:nvPr/>
        </p:nvSpPr>
        <p:spPr>
          <a:xfrm>
            <a:off x="5540713" y="312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04" name="Google Shape;1804;p71"/>
          <p:cNvSpPr/>
          <p:nvPr/>
        </p:nvSpPr>
        <p:spPr>
          <a:xfrm>
            <a:off x="5472200" y="3126688"/>
            <a:ext cx="714600" cy="144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71"/>
          <p:cNvSpPr txBox="1"/>
          <p:nvPr/>
        </p:nvSpPr>
        <p:spPr>
          <a:xfrm>
            <a:off x="1248169" y="46321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7" name="Google Shape;180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162" y="354747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71"/>
          <p:cNvSpPr/>
          <p:nvPr/>
        </p:nvSpPr>
        <p:spPr>
          <a:xfrm>
            <a:off x="1404687" y="353062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0" name="Google Shape;1810;p71"/>
          <p:cNvSpPr/>
          <p:nvPr/>
        </p:nvSpPr>
        <p:spPr>
          <a:xfrm>
            <a:off x="1400113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71"/>
          <p:cNvSpPr/>
          <p:nvPr/>
        </p:nvSpPr>
        <p:spPr>
          <a:xfrm>
            <a:off x="19735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71"/>
          <p:cNvSpPr/>
          <p:nvPr/>
        </p:nvSpPr>
        <p:spPr>
          <a:xfrm>
            <a:off x="26023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p71"/>
          <p:cNvSpPr/>
          <p:nvPr/>
        </p:nvSpPr>
        <p:spPr>
          <a:xfrm>
            <a:off x="32311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71"/>
          <p:cNvSpPr txBox="1"/>
          <p:nvPr/>
        </p:nvSpPr>
        <p:spPr>
          <a:xfrm>
            <a:off x="140040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15" name="Google Shape;1815;p71"/>
          <p:cNvSpPr txBox="1"/>
          <p:nvPr/>
        </p:nvSpPr>
        <p:spPr>
          <a:xfrm>
            <a:off x="200155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16" name="Google Shape;1816;p71"/>
          <p:cNvSpPr txBox="1"/>
          <p:nvPr/>
        </p:nvSpPr>
        <p:spPr>
          <a:xfrm>
            <a:off x="2616363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17" name="Google Shape;1817;p71"/>
          <p:cNvSpPr txBox="1"/>
          <p:nvPr/>
        </p:nvSpPr>
        <p:spPr>
          <a:xfrm>
            <a:off x="3231150" y="3855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18" name="Google Shape;1818;p71"/>
          <p:cNvSpPr/>
          <p:nvPr/>
        </p:nvSpPr>
        <p:spPr>
          <a:xfrm>
            <a:off x="1404687" y="28073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71"/>
          <p:cNvSpPr/>
          <p:nvPr/>
        </p:nvSpPr>
        <p:spPr>
          <a:xfrm>
            <a:off x="1400113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p71"/>
          <p:cNvSpPr/>
          <p:nvPr/>
        </p:nvSpPr>
        <p:spPr>
          <a:xfrm>
            <a:off x="19735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71"/>
          <p:cNvSpPr/>
          <p:nvPr/>
        </p:nvSpPr>
        <p:spPr>
          <a:xfrm>
            <a:off x="26023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2" name="Google Shape;1822;p71"/>
          <p:cNvSpPr/>
          <p:nvPr/>
        </p:nvSpPr>
        <p:spPr>
          <a:xfrm>
            <a:off x="32311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3" name="Google Shape;1823;p71"/>
          <p:cNvSpPr txBox="1"/>
          <p:nvPr/>
        </p:nvSpPr>
        <p:spPr>
          <a:xfrm>
            <a:off x="1400725" y="3131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24" name="Google Shape;1824;p71"/>
          <p:cNvSpPr txBox="1"/>
          <p:nvPr/>
        </p:nvSpPr>
        <p:spPr>
          <a:xfrm>
            <a:off x="2001550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25" name="Google Shape;1825;p71"/>
          <p:cNvSpPr txBox="1"/>
          <p:nvPr/>
        </p:nvSpPr>
        <p:spPr>
          <a:xfrm>
            <a:off x="2616363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26" name="Google Shape;1826;p71"/>
          <p:cNvSpPr txBox="1"/>
          <p:nvPr/>
        </p:nvSpPr>
        <p:spPr>
          <a:xfrm>
            <a:off x="3231150" y="3132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28" name="Google Shape;1828;p71"/>
          <p:cNvSpPr txBox="1"/>
          <p:nvPr/>
        </p:nvSpPr>
        <p:spPr>
          <a:xfrm>
            <a:off x="4227756" y="4639207"/>
            <a:ext cx="284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9" name="Google Shape;182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750" y="35545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71"/>
          <p:cNvSpPr/>
          <p:nvPr/>
        </p:nvSpPr>
        <p:spPr>
          <a:xfrm>
            <a:off x="4384274" y="35376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71"/>
          <p:cNvSpPr/>
          <p:nvPr/>
        </p:nvSpPr>
        <p:spPr>
          <a:xfrm>
            <a:off x="4379700" y="396256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71"/>
          <p:cNvSpPr/>
          <p:nvPr/>
        </p:nvSpPr>
        <p:spPr>
          <a:xfrm>
            <a:off x="49531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3" name="Google Shape;1833;p71"/>
          <p:cNvSpPr/>
          <p:nvPr/>
        </p:nvSpPr>
        <p:spPr>
          <a:xfrm>
            <a:off x="55819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71"/>
          <p:cNvSpPr txBox="1"/>
          <p:nvPr/>
        </p:nvSpPr>
        <p:spPr>
          <a:xfrm>
            <a:off x="437998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35" name="Google Shape;1835;p71"/>
          <p:cNvSpPr txBox="1"/>
          <p:nvPr/>
        </p:nvSpPr>
        <p:spPr>
          <a:xfrm>
            <a:off x="498113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36" name="Google Shape;1836;p71"/>
          <p:cNvSpPr txBox="1"/>
          <p:nvPr/>
        </p:nvSpPr>
        <p:spPr>
          <a:xfrm>
            <a:off x="5595950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37" name="Google Shape;1837;p71"/>
          <p:cNvSpPr/>
          <p:nvPr/>
        </p:nvSpPr>
        <p:spPr>
          <a:xfrm>
            <a:off x="4384274" y="28144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71"/>
          <p:cNvSpPr/>
          <p:nvPr/>
        </p:nvSpPr>
        <p:spPr>
          <a:xfrm>
            <a:off x="4379700" y="32393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71"/>
          <p:cNvSpPr/>
          <p:nvPr/>
        </p:nvSpPr>
        <p:spPr>
          <a:xfrm>
            <a:off x="49531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71"/>
          <p:cNvSpPr/>
          <p:nvPr/>
        </p:nvSpPr>
        <p:spPr>
          <a:xfrm>
            <a:off x="55819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71"/>
          <p:cNvSpPr txBox="1"/>
          <p:nvPr/>
        </p:nvSpPr>
        <p:spPr>
          <a:xfrm>
            <a:off x="4380313" y="3138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42" name="Google Shape;1842;p71"/>
          <p:cNvSpPr txBox="1"/>
          <p:nvPr/>
        </p:nvSpPr>
        <p:spPr>
          <a:xfrm>
            <a:off x="4981138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43" name="Google Shape;1843;p71"/>
          <p:cNvSpPr txBox="1"/>
          <p:nvPr/>
        </p:nvSpPr>
        <p:spPr>
          <a:xfrm>
            <a:off x="5595950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844" name="Google Shape;1844;p71"/>
          <p:cNvCxnSpPr>
            <a:stCxn id="1841" idx="2"/>
            <a:endCxn id="1834" idx="0"/>
          </p:cNvCxnSpPr>
          <p:nvPr/>
        </p:nvCxnSpPr>
        <p:spPr>
          <a:xfrm flipH="1">
            <a:off x="4622713" y="3554413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5" name="Google Shape;1845;p71"/>
          <p:cNvCxnSpPr>
            <a:stCxn id="1841" idx="2"/>
            <a:endCxn id="1841" idx="2"/>
          </p:cNvCxnSpPr>
          <p:nvPr/>
        </p:nvCxnSpPr>
        <p:spPr>
          <a:xfrm>
            <a:off x="4623013" y="3554413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6" name="Google Shape;1846;p71"/>
          <p:cNvCxnSpPr>
            <a:stCxn id="1842" idx="2"/>
            <a:endCxn id="1834" idx="0"/>
          </p:cNvCxnSpPr>
          <p:nvPr/>
        </p:nvCxnSpPr>
        <p:spPr>
          <a:xfrm flipH="1">
            <a:off x="4622638" y="3555338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7" name="Google Shape;1847;p71"/>
          <p:cNvCxnSpPr>
            <a:stCxn id="1842" idx="2"/>
            <a:endCxn id="1835" idx="0"/>
          </p:cNvCxnSpPr>
          <p:nvPr/>
        </p:nvCxnSpPr>
        <p:spPr>
          <a:xfrm>
            <a:off x="5223838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8" name="Google Shape;1848;p71"/>
          <p:cNvCxnSpPr>
            <a:stCxn id="1843" idx="2"/>
            <a:endCxn id="1834" idx="0"/>
          </p:cNvCxnSpPr>
          <p:nvPr/>
        </p:nvCxnSpPr>
        <p:spPr>
          <a:xfrm flipH="1">
            <a:off x="4622750" y="3555338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9" name="Google Shape;1849;p71"/>
          <p:cNvCxnSpPr>
            <a:stCxn id="1843" idx="2"/>
            <a:endCxn id="1835" idx="0"/>
          </p:cNvCxnSpPr>
          <p:nvPr/>
        </p:nvCxnSpPr>
        <p:spPr>
          <a:xfrm flipH="1">
            <a:off x="5223950" y="35553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0" name="Google Shape;1850;p71"/>
          <p:cNvCxnSpPr>
            <a:stCxn id="1843" idx="2"/>
            <a:endCxn id="1836" idx="0"/>
          </p:cNvCxnSpPr>
          <p:nvPr/>
        </p:nvCxnSpPr>
        <p:spPr>
          <a:xfrm>
            <a:off x="5838650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1" name="Google Shape;1851;p71"/>
          <p:cNvSpPr/>
          <p:nvPr/>
        </p:nvSpPr>
        <p:spPr>
          <a:xfrm>
            <a:off x="6301525" y="4167738"/>
            <a:ext cx="189900" cy="572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2" name="Google Shape;1852;p71"/>
          <p:cNvCxnSpPr>
            <a:stCxn id="1823" idx="2"/>
            <a:endCxn id="1814" idx="0"/>
          </p:cNvCxnSpPr>
          <p:nvPr/>
        </p:nvCxnSpPr>
        <p:spPr>
          <a:xfrm flipH="1">
            <a:off x="1643125" y="3547350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3" name="Google Shape;1853;p71"/>
          <p:cNvCxnSpPr>
            <a:stCxn id="1823" idx="2"/>
            <a:endCxn id="1815" idx="0"/>
          </p:cNvCxnSpPr>
          <p:nvPr/>
        </p:nvCxnSpPr>
        <p:spPr>
          <a:xfrm>
            <a:off x="1643425" y="3547350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4" name="Google Shape;1854;p71"/>
          <p:cNvCxnSpPr>
            <a:stCxn id="1823" idx="2"/>
            <a:endCxn id="1816" idx="0"/>
          </p:cNvCxnSpPr>
          <p:nvPr/>
        </p:nvCxnSpPr>
        <p:spPr>
          <a:xfrm>
            <a:off x="1643425" y="3547350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5" name="Google Shape;1855;p71"/>
          <p:cNvCxnSpPr>
            <a:stCxn id="1823" idx="2"/>
            <a:endCxn id="1817" idx="0"/>
          </p:cNvCxnSpPr>
          <p:nvPr/>
        </p:nvCxnSpPr>
        <p:spPr>
          <a:xfrm>
            <a:off x="1643425" y="3547350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6" name="Google Shape;1856;p71"/>
          <p:cNvCxnSpPr>
            <a:stCxn id="1824" idx="2"/>
            <a:endCxn id="1814" idx="0"/>
          </p:cNvCxnSpPr>
          <p:nvPr/>
        </p:nvCxnSpPr>
        <p:spPr>
          <a:xfrm flipH="1">
            <a:off x="1643050" y="3548275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7" name="Google Shape;1857;p71"/>
          <p:cNvCxnSpPr>
            <a:stCxn id="1824" idx="2"/>
            <a:endCxn id="1815" idx="0"/>
          </p:cNvCxnSpPr>
          <p:nvPr/>
        </p:nvCxnSpPr>
        <p:spPr>
          <a:xfrm>
            <a:off x="2244250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8" name="Google Shape;1858;p71"/>
          <p:cNvCxnSpPr>
            <a:stCxn id="1824" idx="2"/>
            <a:endCxn id="1816" idx="0"/>
          </p:cNvCxnSpPr>
          <p:nvPr/>
        </p:nvCxnSpPr>
        <p:spPr>
          <a:xfrm>
            <a:off x="2244250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9" name="Google Shape;1859;p71"/>
          <p:cNvCxnSpPr>
            <a:stCxn id="1824" idx="2"/>
            <a:endCxn id="1817" idx="0"/>
          </p:cNvCxnSpPr>
          <p:nvPr/>
        </p:nvCxnSpPr>
        <p:spPr>
          <a:xfrm>
            <a:off x="2244250" y="354827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0" name="Google Shape;1860;p71"/>
          <p:cNvCxnSpPr>
            <a:stCxn id="1825" idx="2"/>
            <a:endCxn id="1814" idx="0"/>
          </p:cNvCxnSpPr>
          <p:nvPr/>
        </p:nvCxnSpPr>
        <p:spPr>
          <a:xfrm flipH="1">
            <a:off x="1643163" y="3548275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1" name="Google Shape;1861;p71"/>
          <p:cNvCxnSpPr>
            <a:stCxn id="1825" idx="2"/>
            <a:endCxn id="1815" idx="0"/>
          </p:cNvCxnSpPr>
          <p:nvPr/>
        </p:nvCxnSpPr>
        <p:spPr>
          <a:xfrm flipH="1">
            <a:off x="22443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2" name="Google Shape;1862;p71"/>
          <p:cNvCxnSpPr>
            <a:stCxn id="1825" idx="2"/>
            <a:endCxn id="1816" idx="0"/>
          </p:cNvCxnSpPr>
          <p:nvPr/>
        </p:nvCxnSpPr>
        <p:spPr>
          <a:xfrm>
            <a:off x="2859063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3" name="Google Shape;1863;p71"/>
          <p:cNvCxnSpPr>
            <a:stCxn id="1825" idx="2"/>
            <a:endCxn id="1817" idx="0"/>
          </p:cNvCxnSpPr>
          <p:nvPr/>
        </p:nvCxnSpPr>
        <p:spPr>
          <a:xfrm>
            <a:off x="28590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4" name="Google Shape;1864;p71"/>
          <p:cNvCxnSpPr>
            <a:stCxn id="1826" idx="2"/>
            <a:endCxn id="1814" idx="0"/>
          </p:cNvCxnSpPr>
          <p:nvPr/>
        </p:nvCxnSpPr>
        <p:spPr>
          <a:xfrm flipH="1">
            <a:off x="1642950" y="3548263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5" name="Google Shape;1865;p71"/>
          <p:cNvCxnSpPr>
            <a:stCxn id="1826" idx="2"/>
            <a:endCxn id="1815" idx="0"/>
          </p:cNvCxnSpPr>
          <p:nvPr/>
        </p:nvCxnSpPr>
        <p:spPr>
          <a:xfrm flipH="1">
            <a:off x="2244150" y="3548263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6" name="Google Shape;1866;p71"/>
          <p:cNvCxnSpPr>
            <a:stCxn id="1826" idx="2"/>
            <a:endCxn id="1816" idx="0"/>
          </p:cNvCxnSpPr>
          <p:nvPr/>
        </p:nvCxnSpPr>
        <p:spPr>
          <a:xfrm flipH="1">
            <a:off x="2859150" y="3548263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7" name="Google Shape;1867;p71"/>
          <p:cNvCxnSpPr>
            <a:stCxn id="1826" idx="2"/>
            <a:endCxn id="1817" idx="0"/>
          </p:cNvCxnSpPr>
          <p:nvPr/>
        </p:nvCxnSpPr>
        <p:spPr>
          <a:xfrm>
            <a:off x="3473850" y="3548263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8" name="Google Shape;1868;p71"/>
          <p:cNvSpPr txBox="1"/>
          <p:nvPr/>
        </p:nvSpPr>
        <p:spPr>
          <a:xfrm>
            <a:off x="19657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Encoder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69" name="Google Shape;1869;p71"/>
          <p:cNvSpPr txBox="1"/>
          <p:nvPr/>
        </p:nvSpPr>
        <p:spPr>
          <a:xfrm>
            <a:off x="46630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Decoder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70" name="Google Shape;1870;p71"/>
          <p:cNvSpPr txBox="1"/>
          <p:nvPr/>
        </p:nvSpPr>
        <p:spPr>
          <a:xfrm>
            <a:off x="4002450" y="1010350"/>
            <a:ext cx="32055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Во время обучения эмбеддинги  x</a:t>
            </a:r>
            <a:r>
              <a:rPr lang="en" sz="1600" baseline="300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</a:t>
            </a:r>
            <a:r>
              <a:rPr lang="en" sz="1600" baseline="-250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i </a:t>
            </a: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не могут брать информацию из “будущих” токенов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871" name="Google Shape;1871;p71"/>
          <p:cNvSpPr txBox="1"/>
          <p:nvPr/>
        </p:nvSpPr>
        <p:spPr>
          <a:xfrm>
            <a:off x="6433919" y="4635486"/>
            <a:ext cx="137699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71"/>
          <p:cNvSpPr txBox="1"/>
          <p:nvPr/>
        </p:nvSpPr>
        <p:spPr>
          <a:xfrm>
            <a:off x="6433919" y="3831277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71"/>
          <p:cNvSpPr txBox="1"/>
          <p:nvPr/>
        </p:nvSpPr>
        <p:spPr>
          <a:xfrm>
            <a:off x="6433919" y="3189589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4" name="Google Shape;1874;p71"/>
          <p:cNvCxnSpPr>
            <a:stCxn id="1841" idx="2"/>
            <a:endCxn id="1835" idx="0"/>
          </p:cNvCxnSpPr>
          <p:nvPr/>
        </p:nvCxnSpPr>
        <p:spPr>
          <a:xfrm>
            <a:off x="4623013" y="3554413"/>
            <a:ext cx="600900" cy="30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5" name="Google Shape;1875;p71"/>
          <p:cNvCxnSpPr>
            <a:stCxn id="1841" idx="2"/>
            <a:endCxn id="1836" idx="0"/>
          </p:cNvCxnSpPr>
          <p:nvPr/>
        </p:nvCxnSpPr>
        <p:spPr>
          <a:xfrm>
            <a:off x="4623013" y="3554413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6" name="Google Shape;1876;p71"/>
          <p:cNvCxnSpPr>
            <a:stCxn id="1842" idx="2"/>
            <a:endCxn id="1836" idx="0"/>
          </p:cNvCxnSpPr>
          <p:nvPr/>
        </p:nvCxnSpPr>
        <p:spPr>
          <a:xfrm>
            <a:off x="5223838" y="35553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1755;p70">
            <a:extLst>
              <a:ext uri="{FF2B5EF4-FFF2-40B4-BE49-F238E27FC236}">
                <a16:creationId xmlns:a16="http://schemas.microsoft.com/office/drawing/2014/main" id="{4A845917-B0C5-48BA-DD6B-B130F7B51FD3}"/>
              </a:ext>
            </a:extLst>
          </p:cNvPr>
          <p:cNvSpPr txBox="1"/>
          <p:nvPr/>
        </p:nvSpPr>
        <p:spPr>
          <a:xfrm>
            <a:off x="72637" y="4582471"/>
            <a:ext cx="118139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7;p70">
            <a:extLst>
              <a:ext uri="{FF2B5EF4-FFF2-40B4-BE49-F238E27FC236}">
                <a16:creationId xmlns:a16="http://schemas.microsoft.com/office/drawing/2014/main" id="{3494687F-D7A5-29DB-34AC-29F9FA0A0992}"/>
              </a:ext>
            </a:extLst>
          </p:cNvPr>
          <p:cNvSpPr txBox="1"/>
          <p:nvPr/>
        </p:nvSpPr>
        <p:spPr>
          <a:xfrm>
            <a:off x="72637" y="3824612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token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776;p70">
            <a:extLst>
              <a:ext uri="{FF2B5EF4-FFF2-40B4-BE49-F238E27FC236}">
                <a16:creationId xmlns:a16="http://schemas.microsoft.com/office/drawing/2014/main" id="{804B00BA-484B-2A07-8C29-752DC01C029A}"/>
              </a:ext>
            </a:extLst>
          </p:cNvPr>
          <p:cNvSpPr txBox="1"/>
          <p:nvPr/>
        </p:nvSpPr>
        <p:spPr>
          <a:xfrm>
            <a:off x="72637" y="3189437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94FF0-B308-C82D-72E0-D74D33377173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72"/>
          <p:cNvSpPr/>
          <p:nvPr/>
        </p:nvSpPr>
        <p:spPr>
          <a:xfrm>
            <a:off x="5540752" y="39485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72"/>
          <p:cNvSpPr txBox="1"/>
          <p:nvPr/>
        </p:nvSpPr>
        <p:spPr>
          <a:xfrm>
            <a:off x="5540713" y="384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84" name="Google Shape;1884;p72"/>
          <p:cNvSpPr/>
          <p:nvPr/>
        </p:nvSpPr>
        <p:spPr>
          <a:xfrm>
            <a:off x="5540752" y="3225363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72"/>
          <p:cNvSpPr txBox="1"/>
          <p:nvPr/>
        </p:nvSpPr>
        <p:spPr>
          <a:xfrm>
            <a:off x="5540713" y="312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86" name="Google Shape;1886;p72"/>
          <p:cNvSpPr/>
          <p:nvPr/>
        </p:nvSpPr>
        <p:spPr>
          <a:xfrm>
            <a:off x="5472200" y="3126688"/>
            <a:ext cx="714600" cy="144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p72"/>
          <p:cNvSpPr txBox="1"/>
          <p:nvPr/>
        </p:nvSpPr>
        <p:spPr>
          <a:xfrm>
            <a:off x="1248169" y="46321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9" name="Google Shape;188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162" y="354747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91" name="Google Shape;1891;p72"/>
          <p:cNvSpPr/>
          <p:nvPr/>
        </p:nvSpPr>
        <p:spPr>
          <a:xfrm>
            <a:off x="1404687" y="353062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72"/>
          <p:cNvSpPr/>
          <p:nvPr/>
        </p:nvSpPr>
        <p:spPr>
          <a:xfrm>
            <a:off x="1400113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72"/>
          <p:cNvSpPr/>
          <p:nvPr/>
        </p:nvSpPr>
        <p:spPr>
          <a:xfrm>
            <a:off x="19735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4" name="Google Shape;1894;p72"/>
          <p:cNvSpPr/>
          <p:nvPr/>
        </p:nvSpPr>
        <p:spPr>
          <a:xfrm>
            <a:off x="26023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72"/>
          <p:cNvSpPr/>
          <p:nvPr/>
        </p:nvSpPr>
        <p:spPr>
          <a:xfrm>
            <a:off x="32311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72"/>
          <p:cNvSpPr txBox="1"/>
          <p:nvPr/>
        </p:nvSpPr>
        <p:spPr>
          <a:xfrm>
            <a:off x="140040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97" name="Google Shape;1897;p72"/>
          <p:cNvSpPr txBox="1"/>
          <p:nvPr/>
        </p:nvSpPr>
        <p:spPr>
          <a:xfrm>
            <a:off x="200155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98" name="Google Shape;1898;p72"/>
          <p:cNvSpPr txBox="1"/>
          <p:nvPr/>
        </p:nvSpPr>
        <p:spPr>
          <a:xfrm>
            <a:off x="2616363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99" name="Google Shape;1899;p72"/>
          <p:cNvSpPr txBox="1"/>
          <p:nvPr/>
        </p:nvSpPr>
        <p:spPr>
          <a:xfrm>
            <a:off x="3231150" y="3855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00" name="Google Shape;1900;p72"/>
          <p:cNvSpPr/>
          <p:nvPr/>
        </p:nvSpPr>
        <p:spPr>
          <a:xfrm>
            <a:off x="1404687" y="28073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72"/>
          <p:cNvSpPr/>
          <p:nvPr/>
        </p:nvSpPr>
        <p:spPr>
          <a:xfrm>
            <a:off x="1400113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72"/>
          <p:cNvSpPr/>
          <p:nvPr/>
        </p:nvSpPr>
        <p:spPr>
          <a:xfrm>
            <a:off x="19735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72"/>
          <p:cNvSpPr/>
          <p:nvPr/>
        </p:nvSpPr>
        <p:spPr>
          <a:xfrm>
            <a:off x="26023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72"/>
          <p:cNvSpPr/>
          <p:nvPr/>
        </p:nvSpPr>
        <p:spPr>
          <a:xfrm>
            <a:off x="32311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72"/>
          <p:cNvSpPr txBox="1"/>
          <p:nvPr/>
        </p:nvSpPr>
        <p:spPr>
          <a:xfrm>
            <a:off x="1400725" y="3131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06" name="Google Shape;1906;p72"/>
          <p:cNvSpPr txBox="1"/>
          <p:nvPr/>
        </p:nvSpPr>
        <p:spPr>
          <a:xfrm>
            <a:off x="2001550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07" name="Google Shape;1907;p72"/>
          <p:cNvSpPr txBox="1"/>
          <p:nvPr/>
        </p:nvSpPr>
        <p:spPr>
          <a:xfrm>
            <a:off x="2616363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08" name="Google Shape;1908;p72"/>
          <p:cNvSpPr txBox="1"/>
          <p:nvPr/>
        </p:nvSpPr>
        <p:spPr>
          <a:xfrm>
            <a:off x="3231150" y="3132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10" name="Google Shape;1910;p72"/>
          <p:cNvSpPr txBox="1"/>
          <p:nvPr/>
        </p:nvSpPr>
        <p:spPr>
          <a:xfrm>
            <a:off x="4227756" y="4639207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1" name="Google Shape;191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750" y="35545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72"/>
          <p:cNvSpPr/>
          <p:nvPr/>
        </p:nvSpPr>
        <p:spPr>
          <a:xfrm>
            <a:off x="4384274" y="35376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3" name="Google Shape;1913;p72"/>
          <p:cNvSpPr/>
          <p:nvPr/>
        </p:nvSpPr>
        <p:spPr>
          <a:xfrm>
            <a:off x="4379700" y="396256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72"/>
          <p:cNvSpPr/>
          <p:nvPr/>
        </p:nvSpPr>
        <p:spPr>
          <a:xfrm>
            <a:off x="49531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72"/>
          <p:cNvSpPr/>
          <p:nvPr/>
        </p:nvSpPr>
        <p:spPr>
          <a:xfrm>
            <a:off x="55819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6" name="Google Shape;1916;p72"/>
          <p:cNvSpPr txBox="1"/>
          <p:nvPr/>
        </p:nvSpPr>
        <p:spPr>
          <a:xfrm>
            <a:off x="437998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17" name="Google Shape;1917;p72"/>
          <p:cNvSpPr txBox="1"/>
          <p:nvPr/>
        </p:nvSpPr>
        <p:spPr>
          <a:xfrm>
            <a:off x="498113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18" name="Google Shape;1918;p72"/>
          <p:cNvSpPr txBox="1"/>
          <p:nvPr/>
        </p:nvSpPr>
        <p:spPr>
          <a:xfrm>
            <a:off x="5595950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19" name="Google Shape;1919;p72"/>
          <p:cNvSpPr/>
          <p:nvPr/>
        </p:nvSpPr>
        <p:spPr>
          <a:xfrm>
            <a:off x="4384274" y="28144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0" name="Google Shape;1920;p72"/>
          <p:cNvSpPr/>
          <p:nvPr/>
        </p:nvSpPr>
        <p:spPr>
          <a:xfrm>
            <a:off x="4379700" y="32393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1" name="Google Shape;1921;p72"/>
          <p:cNvSpPr/>
          <p:nvPr/>
        </p:nvSpPr>
        <p:spPr>
          <a:xfrm>
            <a:off x="49531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72"/>
          <p:cNvSpPr/>
          <p:nvPr/>
        </p:nvSpPr>
        <p:spPr>
          <a:xfrm>
            <a:off x="55819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72"/>
          <p:cNvSpPr txBox="1"/>
          <p:nvPr/>
        </p:nvSpPr>
        <p:spPr>
          <a:xfrm>
            <a:off x="4380313" y="3138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24" name="Google Shape;1924;p72"/>
          <p:cNvSpPr txBox="1"/>
          <p:nvPr/>
        </p:nvSpPr>
        <p:spPr>
          <a:xfrm>
            <a:off x="4981138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25" name="Google Shape;1925;p72"/>
          <p:cNvSpPr txBox="1"/>
          <p:nvPr/>
        </p:nvSpPr>
        <p:spPr>
          <a:xfrm>
            <a:off x="5595950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926" name="Google Shape;1926;p72"/>
          <p:cNvCxnSpPr>
            <a:stCxn id="1923" idx="2"/>
            <a:endCxn id="1916" idx="0"/>
          </p:cNvCxnSpPr>
          <p:nvPr/>
        </p:nvCxnSpPr>
        <p:spPr>
          <a:xfrm flipH="1">
            <a:off x="4622713" y="3554413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7" name="Google Shape;1927;p72"/>
          <p:cNvCxnSpPr>
            <a:stCxn id="1923" idx="2"/>
            <a:endCxn id="1923" idx="2"/>
          </p:cNvCxnSpPr>
          <p:nvPr/>
        </p:nvCxnSpPr>
        <p:spPr>
          <a:xfrm>
            <a:off x="4623013" y="3554413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8" name="Google Shape;1928;p72"/>
          <p:cNvCxnSpPr>
            <a:stCxn id="1924" idx="2"/>
            <a:endCxn id="1916" idx="0"/>
          </p:cNvCxnSpPr>
          <p:nvPr/>
        </p:nvCxnSpPr>
        <p:spPr>
          <a:xfrm flipH="1">
            <a:off x="4622638" y="3555338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9" name="Google Shape;1929;p72"/>
          <p:cNvCxnSpPr>
            <a:stCxn id="1924" idx="2"/>
            <a:endCxn id="1917" idx="0"/>
          </p:cNvCxnSpPr>
          <p:nvPr/>
        </p:nvCxnSpPr>
        <p:spPr>
          <a:xfrm>
            <a:off x="5223838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0" name="Google Shape;1930;p72"/>
          <p:cNvCxnSpPr>
            <a:stCxn id="1925" idx="2"/>
            <a:endCxn id="1916" idx="0"/>
          </p:cNvCxnSpPr>
          <p:nvPr/>
        </p:nvCxnSpPr>
        <p:spPr>
          <a:xfrm flipH="1">
            <a:off x="4622750" y="3555338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1" name="Google Shape;1931;p72"/>
          <p:cNvCxnSpPr>
            <a:stCxn id="1925" idx="2"/>
            <a:endCxn id="1917" idx="0"/>
          </p:cNvCxnSpPr>
          <p:nvPr/>
        </p:nvCxnSpPr>
        <p:spPr>
          <a:xfrm flipH="1">
            <a:off x="5223950" y="35553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2" name="Google Shape;1932;p72"/>
          <p:cNvCxnSpPr>
            <a:stCxn id="1925" idx="2"/>
            <a:endCxn id="1918" idx="0"/>
          </p:cNvCxnSpPr>
          <p:nvPr/>
        </p:nvCxnSpPr>
        <p:spPr>
          <a:xfrm>
            <a:off x="5838650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3" name="Google Shape;1933;p72"/>
          <p:cNvSpPr/>
          <p:nvPr/>
        </p:nvSpPr>
        <p:spPr>
          <a:xfrm>
            <a:off x="6301525" y="4167738"/>
            <a:ext cx="189900" cy="572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4" name="Google Shape;1934;p72"/>
          <p:cNvCxnSpPr>
            <a:stCxn id="1905" idx="2"/>
            <a:endCxn id="1896" idx="0"/>
          </p:cNvCxnSpPr>
          <p:nvPr/>
        </p:nvCxnSpPr>
        <p:spPr>
          <a:xfrm flipH="1">
            <a:off x="1643125" y="3547350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5" name="Google Shape;1935;p72"/>
          <p:cNvCxnSpPr>
            <a:stCxn id="1905" idx="2"/>
            <a:endCxn id="1897" idx="0"/>
          </p:cNvCxnSpPr>
          <p:nvPr/>
        </p:nvCxnSpPr>
        <p:spPr>
          <a:xfrm>
            <a:off x="1643425" y="3547350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6" name="Google Shape;1936;p72"/>
          <p:cNvCxnSpPr>
            <a:stCxn id="1905" idx="2"/>
            <a:endCxn id="1898" idx="0"/>
          </p:cNvCxnSpPr>
          <p:nvPr/>
        </p:nvCxnSpPr>
        <p:spPr>
          <a:xfrm>
            <a:off x="1643425" y="3547350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7" name="Google Shape;1937;p72"/>
          <p:cNvCxnSpPr>
            <a:stCxn id="1905" idx="2"/>
            <a:endCxn id="1899" idx="0"/>
          </p:cNvCxnSpPr>
          <p:nvPr/>
        </p:nvCxnSpPr>
        <p:spPr>
          <a:xfrm>
            <a:off x="1643425" y="3547350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8" name="Google Shape;1938;p72"/>
          <p:cNvCxnSpPr>
            <a:stCxn id="1906" idx="2"/>
            <a:endCxn id="1896" idx="0"/>
          </p:cNvCxnSpPr>
          <p:nvPr/>
        </p:nvCxnSpPr>
        <p:spPr>
          <a:xfrm flipH="1">
            <a:off x="1643050" y="3548275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9" name="Google Shape;1939;p72"/>
          <p:cNvCxnSpPr>
            <a:stCxn id="1906" idx="2"/>
            <a:endCxn id="1897" idx="0"/>
          </p:cNvCxnSpPr>
          <p:nvPr/>
        </p:nvCxnSpPr>
        <p:spPr>
          <a:xfrm>
            <a:off x="2244250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0" name="Google Shape;1940;p72"/>
          <p:cNvCxnSpPr>
            <a:stCxn id="1906" idx="2"/>
            <a:endCxn id="1898" idx="0"/>
          </p:cNvCxnSpPr>
          <p:nvPr/>
        </p:nvCxnSpPr>
        <p:spPr>
          <a:xfrm>
            <a:off x="2244250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1" name="Google Shape;1941;p72"/>
          <p:cNvCxnSpPr>
            <a:stCxn id="1906" idx="2"/>
            <a:endCxn id="1899" idx="0"/>
          </p:cNvCxnSpPr>
          <p:nvPr/>
        </p:nvCxnSpPr>
        <p:spPr>
          <a:xfrm>
            <a:off x="2244250" y="354827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2" name="Google Shape;1942;p72"/>
          <p:cNvCxnSpPr>
            <a:stCxn id="1907" idx="2"/>
            <a:endCxn id="1896" idx="0"/>
          </p:cNvCxnSpPr>
          <p:nvPr/>
        </p:nvCxnSpPr>
        <p:spPr>
          <a:xfrm flipH="1">
            <a:off x="1643163" y="3548275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3" name="Google Shape;1943;p72"/>
          <p:cNvCxnSpPr>
            <a:stCxn id="1907" idx="2"/>
            <a:endCxn id="1897" idx="0"/>
          </p:cNvCxnSpPr>
          <p:nvPr/>
        </p:nvCxnSpPr>
        <p:spPr>
          <a:xfrm flipH="1">
            <a:off x="22443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4" name="Google Shape;1944;p72"/>
          <p:cNvCxnSpPr>
            <a:stCxn id="1907" idx="2"/>
            <a:endCxn id="1898" idx="0"/>
          </p:cNvCxnSpPr>
          <p:nvPr/>
        </p:nvCxnSpPr>
        <p:spPr>
          <a:xfrm>
            <a:off x="2859063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5" name="Google Shape;1945;p72"/>
          <p:cNvCxnSpPr>
            <a:stCxn id="1907" idx="2"/>
            <a:endCxn id="1899" idx="0"/>
          </p:cNvCxnSpPr>
          <p:nvPr/>
        </p:nvCxnSpPr>
        <p:spPr>
          <a:xfrm>
            <a:off x="28590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6" name="Google Shape;1946;p72"/>
          <p:cNvCxnSpPr>
            <a:stCxn id="1908" idx="2"/>
            <a:endCxn id="1896" idx="0"/>
          </p:cNvCxnSpPr>
          <p:nvPr/>
        </p:nvCxnSpPr>
        <p:spPr>
          <a:xfrm flipH="1">
            <a:off x="1642950" y="3548263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7" name="Google Shape;1947;p72"/>
          <p:cNvCxnSpPr>
            <a:stCxn id="1908" idx="2"/>
            <a:endCxn id="1897" idx="0"/>
          </p:cNvCxnSpPr>
          <p:nvPr/>
        </p:nvCxnSpPr>
        <p:spPr>
          <a:xfrm flipH="1">
            <a:off x="2244150" y="3548263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8" name="Google Shape;1948;p72"/>
          <p:cNvCxnSpPr>
            <a:stCxn id="1908" idx="2"/>
            <a:endCxn id="1898" idx="0"/>
          </p:cNvCxnSpPr>
          <p:nvPr/>
        </p:nvCxnSpPr>
        <p:spPr>
          <a:xfrm flipH="1">
            <a:off x="2859150" y="3548263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9" name="Google Shape;1949;p72"/>
          <p:cNvCxnSpPr>
            <a:stCxn id="1908" idx="2"/>
            <a:endCxn id="1899" idx="0"/>
          </p:cNvCxnSpPr>
          <p:nvPr/>
        </p:nvCxnSpPr>
        <p:spPr>
          <a:xfrm>
            <a:off x="3473850" y="3548263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0" name="Google Shape;1950;p72"/>
          <p:cNvSpPr txBox="1"/>
          <p:nvPr/>
        </p:nvSpPr>
        <p:spPr>
          <a:xfrm>
            <a:off x="19657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Encoder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51" name="Google Shape;1951;p72"/>
          <p:cNvSpPr txBox="1"/>
          <p:nvPr/>
        </p:nvSpPr>
        <p:spPr>
          <a:xfrm>
            <a:off x="46630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Decoder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" name="Google Shape;1871;p71">
            <a:extLst>
              <a:ext uri="{FF2B5EF4-FFF2-40B4-BE49-F238E27FC236}">
                <a16:creationId xmlns:a16="http://schemas.microsoft.com/office/drawing/2014/main" id="{842BF7B9-BAB1-21F0-136F-497DF147E960}"/>
              </a:ext>
            </a:extLst>
          </p:cNvPr>
          <p:cNvSpPr txBox="1"/>
          <p:nvPr/>
        </p:nvSpPr>
        <p:spPr>
          <a:xfrm>
            <a:off x="6433919" y="4635486"/>
            <a:ext cx="137699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72;p71">
            <a:extLst>
              <a:ext uri="{FF2B5EF4-FFF2-40B4-BE49-F238E27FC236}">
                <a16:creationId xmlns:a16="http://schemas.microsoft.com/office/drawing/2014/main" id="{0D6C83D0-5633-3FA5-2E7A-800DB3ABD9DE}"/>
              </a:ext>
            </a:extLst>
          </p:cNvPr>
          <p:cNvSpPr txBox="1"/>
          <p:nvPr/>
        </p:nvSpPr>
        <p:spPr>
          <a:xfrm>
            <a:off x="6433919" y="3831277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873;p71">
            <a:extLst>
              <a:ext uri="{FF2B5EF4-FFF2-40B4-BE49-F238E27FC236}">
                <a16:creationId xmlns:a16="http://schemas.microsoft.com/office/drawing/2014/main" id="{7FD62238-E8C5-B6B9-0849-3B8C681316B0}"/>
              </a:ext>
            </a:extLst>
          </p:cNvPr>
          <p:cNvSpPr txBox="1"/>
          <p:nvPr/>
        </p:nvSpPr>
        <p:spPr>
          <a:xfrm>
            <a:off x="6433919" y="3189589"/>
            <a:ext cx="14049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Masked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755;p70">
            <a:extLst>
              <a:ext uri="{FF2B5EF4-FFF2-40B4-BE49-F238E27FC236}">
                <a16:creationId xmlns:a16="http://schemas.microsoft.com/office/drawing/2014/main" id="{23ABD756-D509-3E3B-3971-642A6958AB9E}"/>
              </a:ext>
            </a:extLst>
          </p:cNvPr>
          <p:cNvSpPr txBox="1"/>
          <p:nvPr/>
        </p:nvSpPr>
        <p:spPr>
          <a:xfrm>
            <a:off x="72637" y="4582471"/>
            <a:ext cx="118139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757;p70">
            <a:extLst>
              <a:ext uri="{FF2B5EF4-FFF2-40B4-BE49-F238E27FC236}">
                <a16:creationId xmlns:a16="http://schemas.microsoft.com/office/drawing/2014/main" id="{9DBFAC39-7076-5B58-D53A-94D068993178}"/>
              </a:ext>
            </a:extLst>
          </p:cNvPr>
          <p:cNvSpPr txBox="1"/>
          <p:nvPr/>
        </p:nvSpPr>
        <p:spPr>
          <a:xfrm>
            <a:off x="72637" y="3824612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Source token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776;p70">
            <a:extLst>
              <a:ext uri="{FF2B5EF4-FFF2-40B4-BE49-F238E27FC236}">
                <a16:creationId xmlns:a16="http://schemas.microsoft.com/office/drawing/2014/main" id="{30D70FAC-1A2E-9E90-C320-7625948D79F0}"/>
              </a:ext>
            </a:extLst>
          </p:cNvPr>
          <p:cNvSpPr txBox="1"/>
          <p:nvPr/>
        </p:nvSpPr>
        <p:spPr>
          <a:xfrm>
            <a:off x="72637" y="3189437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33FA9-B510-E844-EE27-7C796DD9E1DB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</a:t>
            </a:r>
            <a:endParaRPr/>
          </a:p>
        </p:txBody>
      </p:sp>
      <p:pic>
        <p:nvPicPr>
          <p:cNvPr id="1960" name="Google Shape;196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250" y="1060875"/>
            <a:ext cx="4138409" cy="39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73"/>
          <p:cNvSpPr/>
          <p:nvPr/>
        </p:nvSpPr>
        <p:spPr>
          <a:xfrm>
            <a:off x="5224875" y="18284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73"/>
          <p:cNvSpPr txBox="1"/>
          <p:nvPr/>
        </p:nvSpPr>
        <p:spPr>
          <a:xfrm>
            <a:off x="5433400" y="2650000"/>
            <a:ext cx="1049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Decoder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963" name="Google Shape;1963;p73"/>
          <p:cNvSpPr/>
          <p:nvPr/>
        </p:nvSpPr>
        <p:spPr>
          <a:xfrm>
            <a:off x="1019250" y="2276175"/>
            <a:ext cx="141300" cy="1208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4" name="Google Shape;1964;p73"/>
          <p:cNvSpPr txBox="1"/>
          <p:nvPr/>
        </p:nvSpPr>
        <p:spPr>
          <a:xfrm>
            <a:off x="96125" y="2572725"/>
            <a:ext cx="855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Encoder Block</a:t>
            </a:r>
            <a:endParaRPr sz="14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0A1C89-6489-61AD-062B-C182D6F07C35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74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74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74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74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74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74" name="Google Shape;1974;p74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75" name="Google Shape;1975;p74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76" name="Google Shape;1976;p74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77" name="Google Shape;1977;p74"/>
          <p:cNvSpPr txBox="1"/>
          <p:nvPr/>
        </p:nvSpPr>
        <p:spPr>
          <a:xfrm>
            <a:off x="212725" y="4466400"/>
            <a:ext cx="25962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Финальные выходы энкодера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1978" name="Google Shape;1978;p74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9" name="Google Shape;1979;p74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</a:t>
            </a:r>
            <a:endParaRPr/>
          </a:p>
        </p:txBody>
      </p:sp>
      <p:sp>
        <p:nvSpPr>
          <p:cNvPr id="1982" name="Google Shape;1982;p74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3" name="Google Shape;1983;p74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p74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5" name="Google Shape;1985;p74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86" name="Google Shape;1986;p74"/>
          <p:cNvSpPr txBox="1"/>
          <p:nvPr/>
        </p:nvSpPr>
        <p:spPr>
          <a:xfrm>
            <a:off x="4012813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87" name="Google Shape;1987;p74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88" name="Google Shape;1988;p74"/>
          <p:cNvSpPr txBox="1"/>
          <p:nvPr/>
        </p:nvSpPr>
        <p:spPr>
          <a:xfrm>
            <a:off x="311700" y="1127600"/>
            <a:ext cx="395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Каждый эмбеддинг декодера соберет информацию из эмбеддингов энкодера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pic>
        <p:nvPicPr>
          <p:cNvPr id="1989" name="Google Shape;198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74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007;p75">
            <a:extLst>
              <a:ext uri="{FF2B5EF4-FFF2-40B4-BE49-F238E27FC236}">
                <a16:creationId xmlns:a16="http://schemas.microsoft.com/office/drawing/2014/main" id="{483525BE-76F8-C857-01FE-9391C5FE3057}"/>
              </a:ext>
            </a:extLst>
          </p:cNvPr>
          <p:cNvSpPr txBox="1"/>
          <p:nvPr/>
        </p:nvSpPr>
        <p:spPr>
          <a:xfrm>
            <a:off x="342331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Выходы слоя декодера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5184F-8880-01C8-1E5E-A4BB74E5515C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75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7" name="Google Shape;1997;p75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8" name="Google Shape;1998;p75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9" name="Google Shape;1999;p75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0" name="Google Shape;2000;p75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01" name="Google Shape;2001;p75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02" name="Google Shape;2002;p75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03" name="Google Shape;2003;p75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04" name="Google Shape;2004;p75"/>
          <p:cNvSpPr txBox="1"/>
          <p:nvPr/>
        </p:nvSpPr>
        <p:spPr>
          <a:xfrm>
            <a:off x="212725" y="4466400"/>
            <a:ext cx="25962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Финальные выходы энкодера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005" name="Google Shape;2005;p75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75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p75"/>
          <p:cNvSpPr txBox="1"/>
          <p:nvPr/>
        </p:nvSpPr>
        <p:spPr>
          <a:xfrm>
            <a:off x="342331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Выходы слоя декодера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008" name="Google Shape;2008;p75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9" name="Google Shape;2009;p75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p75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1" name="Google Shape;2011;p75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12" name="Google Shape;2012;p75"/>
          <p:cNvSpPr txBox="1"/>
          <p:nvPr/>
        </p:nvSpPr>
        <p:spPr>
          <a:xfrm>
            <a:off x="4012813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13" name="Google Shape;2013;p75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014" name="Google Shape;201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5" name="Google Shape;201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75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7" name="Google Shape;2017;p75"/>
          <p:cNvSpPr/>
          <p:nvPr/>
        </p:nvSpPr>
        <p:spPr>
          <a:xfrm>
            <a:off x="947756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8" name="Google Shape;2018;p75"/>
          <p:cNvSpPr/>
          <p:nvPr/>
        </p:nvSpPr>
        <p:spPr>
          <a:xfrm>
            <a:off x="1518062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9" name="Google Shape;2019;p75"/>
          <p:cNvSpPr/>
          <p:nvPr/>
        </p:nvSpPr>
        <p:spPr>
          <a:xfrm>
            <a:off x="2088371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0" name="Google Shape;2020;p75"/>
          <p:cNvSpPr txBox="1"/>
          <p:nvPr/>
        </p:nvSpPr>
        <p:spPr>
          <a:xfrm>
            <a:off x="877970" y="26953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21" name="Google Shape;2021;p75"/>
          <p:cNvSpPr txBox="1"/>
          <p:nvPr/>
        </p:nvSpPr>
        <p:spPr>
          <a:xfrm>
            <a:off x="1480979" y="26953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22" name="Google Shape;2022;p75"/>
          <p:cNvSpPr txBox="1"/>
          <p:nvPr/>
        </p:nvSpPr>
        <p:spPr>
          <a:xfrm>
            <a:off x="2055659" y="26953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23" name="Google Shape;2023;p75"/>
          <p:cNvSpPr/>
          <p:nvPr/>
        </p:nvSpPr>
        <p:spPr>
          <a:xfrm>
            <a:off x="363290" y="279664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75"/>
          <p:cNvSpPr txBox="1"/>
          <p:nvPr/>
        </p:nvSpPr>
        <p:spPr>
          <a:xfrm>
            <a:off x="363300" y="2724527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025" name="Google Shape;2025;p75"/>
          <p:cNvCxnSpPr>
            <a:endCxn id="2023" idx="4"/>
          </p:cNvCxnSpPr>
          <p:nvPr/>
        </p:nvCxnSpPr>
        <p:spPr>
          <a:xfrm rot="10800000" flipH="1">
            <a:off x="524990" y="3150646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6" name="Google Shape;2026;p75"/>
          <p:cNvCxnSpPr/>
          <p:nvPr/>
        </p:nvCxnSpPr>
        <p:spPr>
          <a:xfrm rot="10800000" flipH="1">
            <a:off x="113283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7" name="Google Shape;2027;p75"/>
          <p:cNvCxnSpPr/>
          <p:nvPr/>
        </p:nvCxnSpPr>
        <p:spPr>
          <a:xfrm rot="10800000" flipH="1">
            <a:off x="167988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8" name="Google Shape;2028;p75"/>
          <p:cNvCxnSpPr/>
          <p:nvPr/>
        </p:nvCxnSpPr>
        <p:spPr>
          <a:xfrm rot="10800000" flipH="1">
            <a:off x="2250213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9" name="Google Shape;2029;p75"/>
          <p:cNvSpPr txBox="1"/>
          <p:nvPr/>
        </p:nvSpPr>
        <p:spPr>
          <a:xfrm>
            <a:off x="320491" y="1443875"/>
            <a:ext cx="2213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0.4     0.55     0.1    0.05</a:t>
            </a:r>
            <a:endParaRPr sz="1600" dirty="0">
              <a:solidFill>
                <a:srgbClr val="000000"/>
              </a:solidFill>
            </a:endParaRPr>
          </a:p>
        </p:txBody>
      </p:sp>
      <p:sp>
        <p:nvSpPr>
          <p:cNvPr id="2030" name="Google Shape;2030;p75"/>
          <p:cNvSpPr/>
          <p:nvPr/>
        </p:nvSpPr>
        <p:spPr>
          <a:xfrm>
            <a:off x="1056568" y="1947161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1" name="Google Shape;2031;p75"/>
          <p:cNvSpPr/>
          <p:nvPr/>
        </p:nvSpPr>
        <p:spPr>
          <a:xfrm>
            <a:off x="1553268" y="2370187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2" name="Google Shape;2032;p75"/>
          <p:cNvSpPr/>
          <p:nvPr/>
        </p:nvSpPr>
        <p:spPr>
          <a:xfrm>
            <a:off x="2145684" y="2451352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33" name="Google Shape;2033;p75"/>
          <p:cNvCxnSpPr/>
          <p:nvPr/>
        </p:nvCxnSpPr>
        <p:spPr>
          <a:xfrm>
            <a:off x="159756" y="2694031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4" name="Google Shape;2034;p75"/>
          <p:cNvSpPr/>
          <p:nvPr/>
        </p:nvSpPr>
        <p:spPr>
          <a:xfrm>
            <a:off x="387624" y="2119328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5" name="Google Shape;2035;p75"/>
          <p:cNvSpPr/>
          <p:nvPr/>
        </p:nvSpPr>
        <p:spPr>
          <a:xfrm rot="5400000">
            <a:off x="1300388" y="233500"/>
            <a:ext cx="141300" cy="2073300"/>
          </a:xfrm>
          <a:prstGeom prst="leftBrace">
            <a:avLst>
              <a:gd name="adj1" fmla="val 50000"/>
              <a:gd name="adj2" fmla="val 83897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36" name="Google Shape;2036;p75"/>
          <p:cNvCxnSpPr>
            <a:endCxn id="2022" idx="2"/>
          </p:cNvCxnSpPr>
          <p:nvPr/>
        </p:nvCxnSpPr>
        <p:spPr>
          <a:xfrm rot="10800000">
            <a:off x="2357159" y="3064652"/>
            <a:ext cx="1320900" cy="3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7" name="Google Shape;2037;p75"/>
          <p:cNvCxnSpPr>
            <a:endCxn id="2021" idx="2"/>
          </p:cNvCxnSpPr>
          <p:nvPr/>
        </p:nvCxnSpPr>
        <p:spPr>
          <a:xfrm rot="10800000">
            <a:off x="1782479" y="3064660"/>
            <a:ext cx="1895400" cy="3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8" name="Google Shape;2038;p75"/>
          <p:cNvCxnSpPr>
            <a:endCxn id="2020" idx="2"/>
          </p:cNvCxnSpPr>
          <p:nvPr/>
        </p:nvCxnSpPr>
        <p:spPr>
          <a:xfrm rot="10800000">
            <a:off x="1179470" y="3064659"/>
            <a:ext cx="2498400" cy="3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9" name="Google Shape;2039;p75"/>
          <p:cNvCxnSpPr>
            <a:endCxn id="2024" idx="2"/>
          </p:cNvCxnSpPr>
          <p:nvPr/>
        </p:nvCxnSpPr>
        <p:spPr>
          <a:xfrm rot="10800000">
            <a:off x="655200" y="3093827"/>
            <a:ext cx="3022800" cy="34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0" name="Google Shape;2040;p75"/>
          <p:cNvSpPr txBox="1"/>
          <p:nvPr/>
        </p:nvSpPr>
        <p:spPr>
          <a:xfrm>
            <a:off x="3434613" y="2103858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041" name="Google Shape;204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725" y="2754221"/>
            <a:ext cx="1320900" cy="3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75"/>
          <p:cNvSpPr/>
          <p:nvPr/>
        </p:nvSpPr>
        <p:spPr>
          <a:xfrm>
            <a:off x="46173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3" name="Google Shape;2043;p75"/>
          <p:cNvSpPr txBox="1"/>
          <p:nvPr/>
        </p:nvSpPr>
        <p:spPr>
          <a:xfrm>
            <a:off x="462049" y="753113"/>
            <a:ext cx="542785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044" name="Google Shape;204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000" y="89525"/>
            <a:ext cx="1422000" cy="66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7CFA39-1753-B7A4-0ED4-9627A4267274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76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76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1" name="Google Shape;2051;p76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2" name="Google Shape;2052;p76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3" name="Google Shape;2053;p76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54" name="Google Shape;2054;p76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55" name="Google Shape;2055;p76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56" name="Google Shape;2056;p76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57" name="Google Shape;2057;p76"/>
          <p:cNvSpPr txBox="1"/>
          <p:nvPr/>
        </p:nvSpPr>
        <p:spPr>
          <a:xfrm>
            <a:off x="212725" y="4466400"/>
            <a:ext cx="25962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Финальные выходы энкодера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058" name="Google Shape;2058;p76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9" name="Google Shape;2059;p76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1" name="Google Shape;2061;p76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76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" name="Google Shape;2063;p76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" name="Google Shape;2064;p76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65" name="Google Shape;2065;p76"/>
          <p:cNvSpPr txBox="1"/>
          <p:nvPr/>
        </p:nvSpPr>
        <p:spPr>
          <a:xfrm>
            <a:off x="4012825" y="3377247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66" name="Google Shape;2066;p76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067" name="Google Shape;206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8" name="Google Shape;206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76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0" name="Google Shape;2070;p76"/>
          <p:cNvSpPr/>
          <p:nvPr/>
        </p:nvSpPr>
        <p:spPr>
          <a:xfrm>
            <a:off x="947756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1" name="Google Shape;2071;p76"/>
          <p:cNvSpPr/>
          <p:nvPr/>
        </p:nvSpPr>
        <p:spPr>
          <a:xfrm>
            <a:off x="1518062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2" name="Google Shape;2072;p76"/>
          <p:cNvSpPr/>
          <p:nvPr/>
        </p:nvSpPr>
        <p:spPr>
          <a:xfrm>
            <a:off x="2088371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3" name="Google Shape;2073;p76"/>
          <p:cNvSpPr txBox="1"/>
          <p:nvPr/>
        </p:nvSpPr>
        <p:spPr>
          <a:xfrm>
            <a:off x="877970" y="26953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74" name="Google Shape;2074;p76"/>
          <p:cNvSpPr txBox="1"/>
          <p:nvPr/>
        </p:nvSpPr>
        <p:spPr>
          <a:xfrm>
            <a:off x="1480979" y="26953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75" name="Google Shape;2075;p76"/>
          <p:cNvSpPr txBox="1"/>
          <p:nvPr/>
        </p:nvSpPr>
        <p:spPr>
          <a:xfrm>
            <a:off x="2055659" y="26953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76" name="Google Shape;2076;p76"/>
          <p:cNvSpPr/>
          <p:nvPr/>
        </p:nvSpPr>
        <p:spPr>
          <a:xfrm>
            <a:off x="363290" y="279664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p76"/>
          <p:cNvSpPr txBox="1"/>
          <p:nvPr/>
        </p:nvSpPr>
        <p:spPr>
          <a:xfrm>
            <a:off x="363300" y="2724527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078" name="Google Shape;2078;p76"/>
          <p:cNvCxnSpPr>
            <a:endCxn id="2076" idx="4"/>
          </p:cNvCxnSpPr>
          <p:nvPr/>
        </p:nvCxnSpPr>
        <p:spPr>
          <a:xfrm rot="10800000" flipH="1">
            <a:off x="524990" y="3150646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9" name="Google Shape;2079;p76"/>
          <p:cNvCxnSpPr/>
          <p:nvPr/>
        </p:nvCxnSpPr>
        <p:spPr>
          <a:xfrm rot="10800000" flipH="1">
            <a:off x="113283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0" name="Google Shape;2080;p76"/>
          <p:cNvCxnSpPr/>
          <p:nvPr/>
        </p:nvCxnSpPr>
        <p:spPr>
          <a:xfrm rot="10800000" flipH="1">
            <a:off x="167988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1" name="Google Shape;2081;p76"/>
          <p:cNvCxnSpPr/>
          <p:nvPr/>
        </p:nvCxnSpPr>
        <p:spPr>
          <a:xfrm rot="10800000" flipH="1">
            <a:off x="2250213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2" name="Google Shape;2082;p76"/>
          <p:cNvSpPr txBox="1"/>
          <p:nvPr/>
        </p:nvSpPr>
        <p:spPr>
          <a:xfrm>
            <a:off x="320491" y="1443875"/>
            <a:ext cx="22137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0.1     0.15    0.5       0.25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cxnSp>
        <p:nvCxnSpPr>
          <p:cNvPr id="2083" name="Google Shape;2083;p76"/>
          <p:cNvCxnSpPr/>
          <p:nvPr/>
        </p:nvCxnSpPr>
        <p:spPr>
          <a:xfrm>
            <a:off x="159756" y="2694031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4" name="Google Shape;2084;p76"/>
          <p:cNvSpPr/>
          <p:nvPr/>
        </p:nvSpPr>
        <p:spPr>
          <a:xfrm rot="5400000">
            <a:off x="1300388" y="233500"/>
            <a:ext cx="141300" cy="2073300"/>
          </a:xfrm>
          <a:prstGeom prst="leftBrace">
            <a:avLst>
              <a:gd name="adj1" fmla="val 50000"/>
              <a:gd name="adj2" fmla="val 57831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5" name="Google Shape;2085;p76"/>
          <p:cNvCxnSpPr>
            <a:stCxn id="2065" idx="0"/>
            <a:endCxn id="2075" idx="2"/>
          </p:cNvCxnSpPr>
          <p:nvPr/>
        </p:nvCxnSpPr>
        <p:spPr>
          <a:xfrm rot="10800000">
            <a:off x="2357125" y="3064647"/>
            <a:ext cx="18984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6" name="Google Shape;2086;p76"/>
          <p:cNvCxnSpPr>
            <a:stCxn id="2065" idx="0"/>
            <a:endCxn id="2074" idx="2"/>
          </p:cNvCxnSpPr>
          <p:nvPr/>
        </p:nvCxnSpPr>
        <p:spPr>
          <a:xfrm rot="10800000">
            <a:off x="1782625" y="3064647"/>
            <a:ext cx="24729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7" name="Google Shape;2087;p76"/>
          <p:cNvCxnSpPr>
            <a:stCxn id="2065" idx="0"/>
            <a:endCxn id="2073" idx="2"/>
          </p:cNvCxnSpPr>
          <p:nvPr/>
        </p:nvCxnSpPr>
        <p:spPr>
          <a:xfrm rot="10800000">
            <a:off x="1179325" y="3064647"/>
            <a:ext cx="30762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8" name="Google Shape;2088;p76"/>
          <p:cNvCxnSpPr>
            <a:stCxn id="2065" idx="0"/>
            <a:endCxn id="2077" idx="2"/>
          </p:cNvCxnSpPr>
          <p:nvPr/>
        </p:nvCxnSpPr>
        <p:spPr>
          <a:xfrm rot="10800000">
            <a:off x="655225" y="3093747"/>
            <a:ext cx="3600300" cy="28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9" name="Google Shape;2089;p76"/>
          <p:cNvSpPr txBox="1"/>
          <p:nvPr/>
        </p:nvSpPr>
        <p:spPr>
          <a:xfrm>
            <a:off x="3434613" y="2103858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090" name="Google Shape;209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725" y="2754221"/>
            <a:ext cx="1320900" cy="3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76"/>
          <p:cNvSpPr/>
          <p:nvPr/>
        </p:nvSpPr>
        <p:spPr>
          <a:xfrm>
            <a:off x="46173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2" name="Google Shape;2092;p76"/>
          <p:cNvSpPr txBox="1"/>
          <p:nvPr/>
        </p:nvSpPr>
        <p:spPr>
          <a:xfrm>
            <a:off x="462049" y="753113"/>
            <a:ext cx="526675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ed</a:t>
            </a:r>
            <a:r>
              <a:rPr lang="en" sz="1500" i="1" baseline="-25000" dirty="0">
                <a:solidFill>
                  <a:srgbClr val="595959"/>
                </a:solidFill>
              </a:rPr>
              <a:t>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2093" name="Google Shape;2093;p76"/>
          <p:cNvSpPr/>
          <p:nvPr/>
        </p:nvSpPr>
        <p:spPr>
          <a:xfrm>
            <a:off x="989013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76"/>
          <p:cNvSpPr txBox="1"/>
          <p:nvPr/>
        </p:nvSpPr>
        <p:spPr>
          <a:xfrm>
            <a:off x="989325" y="753113"/>
            <a:ext cx="56365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ed</a:t>
            </a:r>
            <a:r>
              <a:rPr lang="en" sz="1500" i="1" baseline="-25000" dirty="0">
                <a:solidFill>
                  <a:srgbClr val="595959"/>
                </a:solidFill>
              </a:rPr>
              <a:t>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2095" name="Google Shape;2095;p76"/>
          <p:cNvSpPr/>
          <p:nvPr/>
        </p:nvSpPr>
        <p:spPr>
          <a:xfrm>
            <a:off x="1056275" y="2281581"/>
            <a:ext cx="209400" cy="293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6" name="Google Shape;2096;p76"/>
          <p:cNvSpPr/>
          <p:nvPr/>
        </p:nvSpPr>
        <p:spPr>
          <a:xfrm>
            <a:off x="1552975" y="1980632"/>
            <a:ext cx="209400" cy="583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7" name="Google Shape;2097;p76"/>
          <p:cNvSpPr/>
          <p:nvPr/>
        </p:nvSpPr>
        <p:spPr>
          <a:xfrm>
            <a:off x="2145375" y="2185772"/>
            <a:ext cx="209400" cy="354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8" name="Google Shape;2098;p76"/>
          <p:cNvSpPr/>
          <p:nvPr/>
        </p:nvSpPr>
        <p:spPr>
          <a:xfrm>
            <a:off x="387325" y="2352214"/>
            <a:ext cx="209400" cy="228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9" name="Google Shape;2099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25" y="88819"/>
            <a:ext cx="1437125" cy="664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0" name="Google Shape;2100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6736" y="2748188"/>
            <a:ext cx="1388389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7;p75">
            <a:extLst>
              <a:ext uri="{FF2B5EF4-FFF2-40B4-BE49-F238E27FC236}">
                <a16:creationId xmlns:a16="http://schemas.microsoft.com/office/drawing/2014/main" id="{82CE1C00-91AF-4847-BF95-1E6EFD9FC9ED}"/>
              </a:ext>
            </a:extLst>
          </p:cNvPr>
          <p:cNvSpPr txBox="1"/>
          <p:nvPr/>
        </p:nvSpPr>
        <p:spPr>
          <a:xfrm>
            <a:off x="342331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Выходы слоя декодера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008FB-CDFA-C61C-F8D7-B3D9E045FCA0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77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6" name="Google Shape;2106;p77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7" name="Google Shape;2107;p77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8" name="Google Shape;2108;p77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9" name="Google Shape;2109;p77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10" name="Google Shape;2110;p77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11" name="Google Shape;2111;p77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12" name="Google Shape;2112;p77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13" name="Google Shape;2113;p77"/>
          <p:cNvSpPr txBox="1"/>
          <p:nvPr/>
        </p:nvSpPr>
        <p:spPr>
          <a:xfrm>
            <a:off x="212725" y="4466400"/>
            <a:ext cx="25962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Финальные выходы энкодера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114" name="Google Shape;2114;p77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5" name="Google Shape;2115;p77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7" name="Google Shape;2117;p77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8" name="Google Shape;2118;p77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9" name="Google Shape;2119;p77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0" name="Google Shape;2120;p77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21" name="Google Shape;2121;p77"/>
          <p:cNvSpPr txBox="1"/>
          <p:nvPr/>
        </p:nvSpPr>
        <p:spPr>
          <a:xfrm>
            <a:off x="4012825" y="3377247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22" name="Google Shape;2122;p77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123" name="Google Shape;212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4" name="Google Shape;212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77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77"/>
          <p:cNvSpPr/>
          <p:nvPr/>
        </p:nvSpPr>
        <p:spPr>
          <a:xfrm>
            <a:off x="947756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77"/>
          <p:cNvSpPr/>
          <p:nvPr/>
        </p:nvSpPr>
        <p:spPr>
          <a:xfrm>
            <a:off x="1518062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77"/>
          <p:cNvSpPr/>
          <p:nvPr/>
        </p:nvSpPr>
        <p:spPr>
          <a:xfrm>
            <a:off x="2088371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p77"/>
          <p:cNvSpPr txBox="1"/>
          <p:nvPr/>
        </p:nvSpPr>
        <p:spPr>
          <a:xfrm>
            <a:off x="877970" y="26953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130" name="Google Shape;2130;p77"/>
          <p:cNvSpPr txBox="1"/>
          <p:nvPr/>
        </p:nvSpPr>
        <p:spPr>
          <a:xfrm>
            <a:off x="1480979" y="26953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131" name="Google Shape;2131;p77"/>
          <p:cNvSpPr txBox="1"/>
          <p:nvPr/>
        </p:nvSpPr>
        <p:spPr>
          <a:xfrm>
            <a:off x="2055659" y="26953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132" name="Google Shape;2132;p77"/>
          <p:cNvSpPr/>
          <p:nvPr/>
        </p:nvSpPr>
        <p:spPr>
          <a:xfrm>
            <a:off x="363290" y="279664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77"/>
          <p:cNvSpPr txBox="1"/>
          <p:nvPr/>
        </p:nvSpPr>
        <p:spPr>
          <a:xfrm>
            <a:off x="363300" y="2724527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134" name="Google Shape;2134;p77"/>
          <p:cNvCxnSpPr>
            <a:endCxn id="2132" idx="4"/>
          </p:cNvCxnSpPr>
          <p:nvPr/>
        </p:nvCxnSpPr>
        <p:spPr>
          <a:xfrm rot="10800000" flipH="1">
            <a:off x="524990" y="3150646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5" name="Google Shape;2135;p77"/>
          <p:cNvCxnSpPr/>
          <p:nvPr/>
        </p:nvCxnSpPr>
        <p:spPr>
          <a:xfrm rot="10800000" flipH="1">
            <a:off x="113283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6" name="Google Shape;2136;p77"/>
          <p:cNvCxnSpPr/>
          <p:nvPr/>
        </p:nvCxnSpPr>
        <p:spPr>
          <a:xfrm rot="10800000" flipH="1">
            <a:off x="167988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7" name="Google Shape;2137;p77"/>
          <p:cNvCxnSpPr/>
          <p:nvPr/>
        </p:nvCxnSpPr>
        <p:spPr>
          <a:xfrm rot="10800000" flipH="1">
            <a:off x="2250213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8" name="Google Shape;2138;p77"/>
          <p:cNvSpPr txBox="1"/>
          <p:nvPr/>
        </p:nvSpPr>
        <p:spPr>
          <a:xfrm>
            <a:off x="320491" y="1443875"/>
            <a:ext cx="22137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0.11     0.11    0.2     0.56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cxnSp>
        <p:nvCxnSpPr>
          <p:cNvPr id="2139" name="Google Shape;2139;p77"/>
          <p:cNvCxnSpPr/>
          <p:nvPr/>
        </p:nvCxnSpPr>
        <p:spPr>
          <a:xfrm>
            <a:off x="159756" y="2694031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0" name="Google Shape;2140;p77"/>
          <p:cNvSpPr/>
          <p:nvPr/>
        </p:nvSpPr>
        <p:spPr>
          <a:xfrm rot="5400000">
            <a:off x="1300388" y="233500"/>
            <a:ext cx="141300" cy="2073300"/>
          </a:xfrm>
          <a:prstGeom prst="leftBrace">
            <a:avLst>
              <a:gd name="adj1" fmla="val 50000"/>
              <a:gd name="adj2" fmla="val 32299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41" name="Google Shape;2141;p77"/>
          <p:cNvCxnSpPr>
            <a:stCxn id="2121" idx="0"/>
            <a:endCxn id="2131" idx="2"/>
          </p:cNvCxnSpPr>
          <p:nvPr/>
        </p:nvCxnSpPr>
        <p:spPr>
          <a:xfrm rot="10800000">
            <a:off x="2357125" y="3064647"/>
            <a:ext cx="18984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2" name="Google Shape;2142;p77"/>
          <p:cNvCxnSpPr>
            <a:stCxn id="2121" idx="0"/>
            <a:endCxn id="2130" idx="2"/>
          </p:cNvCxnSpPr>
          <p:nvPr/>
        </p:nvCxnSpPr>
        <p:spPr>
          <a:xfrm rot="10800000">
            <a:off x="1782625" y="3064647"/>
            <a:ext cx="24729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3" name="Google Shape;2143;p77"/>
          <p:cNvCxnSpPr>
            <a:stCxn id="2121" idx="0"/>
            <a:endCxn id="2129" idx="2"/>
          </p:cNvCxnSpPr>
          <p:nvPr/>
        </p:nvCxnSpPr>
        <p:spPr>
          <a:xfrm rot="10800000">
            <a:off x="1179325" y="3064647"/>
            <a:ext cx="30762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4" name="Google Shape;2144;p77"/>
          <p:cNvCxnSpPr>
            <a:stCxn id="2121" idx="0"/>
            <a:endCxn id="2133" idx="2"/>
          </p:cNvCxnSpPr>
          <p:nvPr/>
        </p:nvCxnSpPr>
        <p:spPr>
          <a:xfrm rot="10800000">
            <a:off x="655225" y="3093747"/>
            <a:ext cx="3600300" cy="28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5" name="Google Shape;2145;p77"/>
          <p:cNvSpPr txBox="1"/>
          <p:nvPr/>
        </p:nvSpPr>
        <p:spPr>
          <a:xfrm>
            <a:off x="3434613" y="2103858"/>
            <a:ext cx="8538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146" name="Google Shape;214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725" y="2754221"/>
            <a:ext cx="1320900" cy="3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77"/>
          <p:cNvSpPr/>
          <p:nvPr/>
        </p:nvSpPr>
        <p:spPr>
          <a:xfrm>
            <a:off x="46173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77"/>
          <p:cNvSpPr txBox="1"/>
          <p:nvPr/>
        </p:nvSpPr>
        <p:spPr>
          <a:xfrm>
            <a:off x="462050" y="753113"/>
            <a:ext cx="52556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149" name="Google Shape;214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25" y="88819"/>
            <a:ext cx="1437125" cy="6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2150" name="Google Shape;2150;p77"/>
          <p:cNvSpPr/>
          <p:nvPr/>
        </p:nvSpPr>
        <p:spPr>
          <a:xfrm>
            <a:off x="1056275" y="2369837"/>
            <a:ext cx="209400" cy="228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1" name="Google Shape;2151;p77"/>
          <p:cNvSpPr/>
          <p:nvPr/>
        </p:nvSpPr>
        <p:spPr>
          <a:xfrm>
            <a:off x="1552975" y="2233590"/>
            <a:ext cx="209400" cy="354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p77"/>
          <p:cNvSpPr/>
          <p:nvPr/>
        </p:nvSpPr>
        <p:spPr>
          <a:xfrm>
            <a:off x="2145375" y="1831165"/>
            <a:ext cx="209400" cy="731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3" name="Google Shape;2153;p77"/>
          <p:cNvSpPr/>
          <p:nvPr/>
        </p:nvSpPr>
        <p:spPr>
          <a:xfrm>
            <a:off x="387325" y="2375376"/>
            <a:ext cx="209400" cy="228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4" name="Google Shape;2154;p77"/>
          <p:cNvSpPr/>
          <p:nvPr/>
        </p:nvSpPr>
        <p:spPr>
          <a:xfrm>
            <a:off x="151628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77"/>
          <p:cNvSpPr txBox="1"/>
          <p:nvPr/>
        </p:nvSpPr>
        <p:spPr>
          <a:xfrm>
            <a:off x="1516599" y="753113"/>
            <a:ext cx="567379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ed</a:t>
            </a:r>
            <a:r>
              <a:rPr lang="en" sz="1500" i="1" baseline="-25000" dirty="0">
                <a:solidFill>
                  <a:srgbClr val="595959"/>
                </a:solidFill>
              </a:rPr>
              <a:t>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2156" name="Google Shape;2156;p77"/>
          <p:cNvSpPr/>
          <p:nvPr/>
        </p:nvSpPr>
        <p:spPr>
          <a:xfrm>
            <a:off x="989013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7" name="Google Shape;2157;p77"/>
          <p:cNvSpPr txBox="1"/>
          <p:nvPr/>
        </p:nvSpPr>
        <p:spPr>
          <a:xfrm>
            <a:off x="989325" y="753113"/>
            <a:ext cx="525562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158" name="Google Shape;2158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749" y="88825"/>
            <a:ext cx="1388400" cy="66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9" name="Google Shape;2159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5326" y="2752875"/>
            <a:ext cx="1243316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7;p75">
            <a:extLst>
              <a:ext uri="{FF2B5EF4-FFF2-40B4-BE49-F238E27FC236}">
                <a16:creationId xmlns:a16="http://schemas.microsoft.com/office/drawing/2014/main" id="{7B1FA612-8BF9-2D07-AE5E-2E19DB2B415B}"/>
              </a:ext>
            </a:extLst>
          </p:cNvPr>
          <p:cNvSpPr txBox="1"/>
          <p:nvPr/>
        </p:nvSpPr>
        <p:spPr>
          <a:xfrm>
            <a:off x="342331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Выходы слоя декодера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399E6-6C0F-A60A-1D9C-965433EC17E3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78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5" name="Google Shape;2165;p78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6" name="Google Shape;2166;p78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7" name="Google Shape;2167;p78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78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69" name="Google Shape;2169;p78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70" name="Google Shape;2170;p78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71" name="Google Shape;2171;p78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72" name="Google Shape;2172;p78"/>
          <p:cNvSpPr txBox="1"/>
          <p:nvPr/>
        </p:nvSpPr>
        <p:spPr>
          <a:xfrm>
            <a:off x="212725" y="4466400"/>
            <a:ext cx="25962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Финальные выходы энкодера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173" name="Google Shape;2173;p78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78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6" name="Google Shape;2176;p78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7" name="Google Shape;2177;p78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8" name="Google Shape;2178;p78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9" name="Google Shape;2179;p78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80" name="Google Shape;2180;p78"/>
          <p:cNvSpPr txBox="1"/>
          <p:nvPr/>
        </p:nvSpPr>
        <p:spPr>
          <a:xfrm>
            <a:off x="4012825" y="3377247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81" name="Google Shape;2181;p78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182" name="Google Shape;218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3" name="Google Shape;218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4" name="Google Shape;2184;p78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78"/>
          <p:cNvSpPr/>
          <p:nvPr/>
        </p:nvSpPr>
        <p:spPr>
          <a:xfrm>
            <a:off x="3412875" y="259830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6" name="Google Shape;2186;p78"/>
          <p:cNvSpPr/>
          <p:nvPr/>
        </p:nvSpPr>
        <p:spPr>
          <a:xfrm>
            <a:off x="3986352" y="259830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7" name="Google Shape;2187;p78"/>
          <p:cNvSpPr/>
          <p:nvPr/>
        </p:nvSpPr>
        <p:spPr>
          <a:xfrm>
            <a:off x="4615152" y="259830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8" name="Google Shape;2188;p78"/>
          <p:cNvSpPr txBox="1"/>
          <p:nvPr/>
        </p:nvSpPr>
        <p:spPr>
          <a:xfrm>
            <a:off x="3413488" y="2497875"/>
            <a:ext cx="513348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ed</a:t>
            </a:r>
            <a:r>
              <a:rPr lang="en" sz="1500" i="1" baseline="-25000" dirty="0">
                <a:solidFill>
                  <a:srgbClr val="595959"/>
                </a:solidFill>
              </a:rPr>
              <a:t>1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2189" name="Google Shape;2189;p78"/>
          <p:cNvSpPr txBox="1"/>
          <p:nvPr/>
        </p:nvSpPr>
        <p:spPr>
          <a:xfrm>
            <a:off x="4014312" y="2498800"/>
            <a:ext cx="557687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ed</a:t>
            </a:r>
            <a:r>
              <a:rPr lang="en" sz="1500" i="1" baseline="-25000" dirty="0">
                <a:solidFill>
                  <a:srgbClr val="595959"/>
                </a:solidFill>
              </a:rPr>
              <a:t>2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sp>
        <p:nvSpPr>
          <p:cNvPr id="2190" name="Google Shape;2190;p78"/>
          <p:cNvSpPr txBox="1"/>
          <p:nvPr/>
        </p:nvSpPr>
        <p:spPr>
          <a:xfrm>
            <a:off x="4629125" y="2498800"/>
            <a:ext cx="557687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595959"/>
                </a:solidFill>
              </a:rPr>
              <a:t>a</a:t>
            </a:r>
            <a:r>
              <a:rPr lang="en" sz="1500" i="1" baseline="30000" dirty="0">
                <a:solidFill>
                  <a:srgbClr val="595959"/>
                </a:solidFill>
              </a:rPr>
              <a:t>ed</a:t>
            </a:r>
            <a:r>
              <a:rPr lang="en" sz="1500" i="1" baseline="-25000" dirty="0">
                <a:solidFill>
                  <a:srgbClr val="595959"/>
                </a:solidFill>
              </a:rPr>
              <a:t>3</a:t>
            </a:r>
            <a:endParaRPr sz="1500" i="1" baseline="-25000" dirty="0">
              <a:solidFill>
                <a:srgbClr val="595959"/>
              </a:solidFill>
            </a:endParaRPr>
          </a:p>
        </p:txBody>
      </p:sp>
      <p:cxnSp>
        <p:nvCxnSpPr>
          <p:cNvPr id="2191" name="Google Shape;2191;p78"/>
          <p:cNvCxnSpPr>
            <a:cxnSpLocks/>
            <a:stCxn id="2179" idx="0"/>
            <a:endCxn id="2188" idx="2"/>
          </p:cNvCxnSpPr>
          <p:nvPr/>
        </p:nvCxnSpPr>
        <p:spPr>
          <a:xfrm flipV="1">
            <a:off x="3654688" y="2913375"/>
            <a:ext cx="15474" cy="4629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2" name="Google Shape;2192;p78"/>
          <p:cNvCxnSpPr>
            <a:cxnSpLocks/>
            <a:stCxn id="2188" idx="2"/>
          </p:cNvCxnSpPr>
          <p:nvPr/>
        </p:nvCxnSpPr>
        <p:spPr>
          <a:xfrm flipH="1">
            <a:off x="460588" y="2913375"/>
            <a:ext cx="3209574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3" name="Google Shape;2193;p78"/>
          <p:cNvCxnSpPr>
            <a:cxnSpLocks/>
            <a:stCxn id="2188" idx="2"/>
          </p:cNvCxnSpPr>
          <p:nvPr/>
        </p:nvCxnSpPr>
        <p:spPr>
          <a:xfrm flipH="1">
            <a:off x="1061488" y="2913375"/>
            <a:ext cx="2608674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4" name="Google Shape;2194;p78"/>
          <p:cNvCxnSpPr>
            <a:cxnSpLocks/>
            <a:stCxn id="2188" idx="2"/>
          </p:cNvCxnSpPr>
          <p:nvPr/>
        </p:nvCxnSpPr>
        <p:spPr>
          <a:xfrm flipH="1">
            <a:off x="1676488" y="2913375"/>
            <a:ext cx="1993674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5" name="Google Shape;2195;p78"/>
          <p:cNvCxnSpPr>
            <a:cxnSpLocks/>
            <a:stCxn id="2188" idx="2"/>
          </p:cNvCxnSpPr>
          <p:nvPr/>
        </p:nvCxnSpPr>
        <p:spPr>
          <a:xfrm flipH="1">
            <a:off x="2291188" y="2913375"/>
            <a:ext cx="1378974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6" name="Google Shape;2196;p78"/>
          <p:cNvCxnSpPr>
            <a:cxnSpLocks/>
            <a:stCxn id="2189" idx="2"/>
            <a:endCxn id="2180" idx="0"/>
          </p:cNvCxnSpPr>
          <p:nvPr/>
        </p:nvCxnSpPr>
        <p:spPr>
          <a:xfrm flipH="1">
            <a:off x="4255525" y="2914300"/>
            <a:ext cx="37631" cy="4629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7" name="Google Shape;2197;p78"/>
          <p:cNvCxnSpPr>
            <a:cxnSpLocks/>
            <a:stCxn id="2189" idx="2"/>
          </p:cNvCxnSpPr>
          <p:nvPr/>
        </p:nvCxnSpPr>
        <p:spPr>
          <a:xfrm flipH="1">
            <a:off x="460513" y="2914300"/>
            <a:ext cx="3832643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8" name="Google Shape;2198;p78"/>
          <p:cNvCxnSpPr>
            <a:cxnSpLocks/>
            <a:stCxn id="2189" idx="2"/>
          </p:cNvCxnSpPr>
          <p:nvPr/>
        </p:nvCxnSpPr>
        <p:spPr>
          <a:xfrm flipH="1">
            <a:off x="1061713" y="2914300"/>
            <a:ext cx="3231443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9" name="Google Shape;2199;p78"/>
          <p:cNvCxnSpPr>
            <a:cxnSpLocks/>
            <a:stCxn id="2189" idx="2"/>
          </p:cNvCxnSpPr>
          <p:nvPr/>
        </p:nvCxnSpPr>
        <p:spPr>
          <a:xfrm flipH="1">
            <a:off x="1676413" y="2914300"/>
            <a:ext cx="2616743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0" name="Google Shape;2200;p78"/>
          <p:cNvCxnSpPr>
            <a:cxnSpLocks/>
            <a:stCxn id="2189" idx="2"/>
          </p:cNvCxnSpPr>
          <p:nvPr/>
        </p:nvCxnSpPr>
        <p:spPr>
          <a:xfrm flipH="1">
            <a:off x="2291113" y="2914300"/>
            <a:ext cx="2002043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1" name="Google Shape;2201;p78"/>
          <p:cNvCxnSpPr>
            <a:cxnSpLocks/>
            <a:stCxn id="2190" idx="2"/>
          </p:cNvCxnSpPr>
          <p:nvPr/>
        </p:nvCxnSpPr>
        <p:spPr>
          <a:xfrm flipH="1">
            <a:off x="460325" y="2914300"/>
            <a:ext cx="4447644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2" name="Google Shape;2202;p78"/>
          <p:cNvCxnSpPr>
            <a:cxnSpLocks/>
            <a:stCxn id="2190" idx="2"/>
          </p:cNvCxnSpPr>
          <p:nvPr/>
        </p:nvCxnSpPr>
        <p:spPr>
          <a:xfrm flipH="1">
            <a:off x="1061525" y="2914300"/>
            <a:ext cx="3846444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3" name="Google Shape;2203;p78"/>
          <p:cNvCxnSpPr>
            <a:cxnSpLocks/>
            <a:stCxn id="2190" idx="2"/>
          </p:cNvCxnSpPr>
          <p:nvPr/>
        </p:nvCxnSpPr>
        <p:spPr>
          <a:xfrm flipH="1">
            <a:off x="1676525" y="2914300"/>
            <a:ext cx="3231444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4" name="Google Shape;2204;p78"/>
          <p:cNvCxnSpPr>
            <a:cxnSpLocks/>
            <a:stCxn id="2190" idx="2"/>
          </p:cNvCxnSpPr>
          <p:nvPr/>
        </p:nvCxnSpPr>
        <p:spPr>
          <a:xfrm flipH="1">
            <a:off x="2291225" y="2914300"/>
            <a:ext cx="2616744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5" name="Google Shape;2205;p78"/>
          <p:cNvCxnSpPr>
            <a:cxnSpLocks/>
            <a:stCxn id="2190" idx="2"/>
            <a:endCxn id="2181" idx="0"/>
          </p:cNvCxnSpPr>
          <p:nvPr/>
        </p:nvCxnSpPr>
        <p:spPr>
          <a:xfrm flipH="1">
            <a:off x="4870325" y="2914300"/>
            <a:ext cx="37644" cy="4629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06" name="Google Shape;220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575" y="2123825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78"/>
          <p:cNvSpPr/>
          <p:nvPr/>
        </p:nvSpPr>
        <p:spPr>
          <a:xfrm>
            <a:off x="5303175" y="1960200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08" name="Google Shape;2208;p78"/>
          <p:cNvCxnSpPr/>
          <p:nvPr/>
        </p:nvCxnSpPr>
        <p:spPr>
          <a:xfrm>
            <a:off x="2103500" y="2121050"/>
            <a:ext cx="1067400" cy="48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9" name="Google Shape;2209;p78"/>
          <p:cNvSpPr txBox="1"/>
          <p:nvPr/>
        </p:nvSpPr>
        <p:spPr>
          <a:xfrm>
            <a:off x="496025" y="1684213"/>
            <a:ext cx="224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Векторы cross-attention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2007;p75">
            <a:extLst>
              <a:ext uri="{FF2B5EF4-FFF2-40B4-BE49-F238E27FC236}">
                <a16:creationId xmlns:a16="http://schemas.microsoft.com/office/drawing/2014/main" id="{98FE8FCD-C954-7410-47DC-4B8A8E34CD9D}"/>
              </a:ext>
            </a:extLst>
          </p:cNvPr>
          <p:cNvSpPr txBox="1"/>
          <p:nvPr/>
        </p:nvSpPr>
        <p:spPr>
          <a:xfrm>
            <a:off x="342331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Выходы слоя декодера</a:t>
            </a:r>
            <a:endParaRPr sz="1200" dirty="0">
              <a:solidFill>
                <a:schemeClr val="dk2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2EFB2-F64D-1EDD-A100-704A507E91DC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4" name="Google Shape;221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4046331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215" name="Google Shape;2215;p79"/>
          <p:cNvSpPr/>
          <p:nvPr/>
        </p:nvSpPr>
        <p:spPr>
          <a:xfrm>
            <a:off x="2641496" y="4031319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6" name="Google Shape;2216;p79"/>
          <p:cNvSpPr/>
          <p:nvPr/>
        </p:nvSpPr>
        <p:spPr>
          <a:xfrm>
            <a:off x="2637327" y="4409825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7" name="Google Shape;2217;p79"/>
          <p:cNvSpPr/>
          <p:nvPr/>
        </p:nvSpPr>
        <p:spPr>
          <a:xfrm>
            <a:off x="3159981" y="4409826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8" name="Google Shape;2218;p79"/>
          <p:cNvSpPr/>
          <p:nvPr/>
        </p:nvSpPr>
        <p:spPr>
          <a:xfrm>
            <a:off x="3733055" y="4409826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9" name="Google Shape;2219;p79"/>
          <p:cNvSpPr/>
          <p:nvPr/>
        </p:nvSpPr>
        <p:spPr>
          <a:xfrm>
            <a:off x="4306128" y="4409826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0" name="Google Shape;2220;p79"/>
          <p:cNvSpPr txBox="1"/>
          <p:nvPr/>
        </p:nvSpPr>
        <p:spPr>
          <a:xfrm>
            <a:off x="2637589" y="4284609"/>
            <a:ext cx="50399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1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21" name="Google Shape;2221;p79"/>
          <p:cNvSpPr txBox="1"/>
          <p:nvPr/>
        </p:nvSpPr>
        <p:spPr>
          <a:xfrm>
            <a:off x="3185463" y="4284609"/>
            <a:ext cx="48386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22" name="Google Shape;2222;p79"/>
          <p:cNvSpPr txBox="1"/>
          <p:nvPr/>
        </p:nvSpPr>
        <p:spPr>
          <a:xfrm>
            <a:off x="3745788" y="4284609"/>
            <a:ext cx="53286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3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23" name="Google Shape;2223;p79"/>
          <p:cNvSpPr txBox="1"/>
          <p:nvPr/>
        </p:nvSpPr>
        <p:spPr>
          <a:xfrm>
            <a:off x="4306092" y="4284597"/>
            <a:ext cx="59075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4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24" name="Google Shape;2224;p79"/>
          <p:cNvSpPr/>
          <p:nvPr/>
        </p:nvSpPr>
        <p:spPr>
          <a:xfrm>
            <a:off x="2641496" y="3387023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p79"/>
          <p:cNvSpPr/>
          <p:nvPr/>
        </p:nvSpPr>
        <p:spPr>
          <a:xfrm>
            <a:off x="2637327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6" name="Google Shape;2226;p79"/>
          <p:cNvSpPr/>
          <p:nvPr/>
        </p:nvSpPr>
        <p:spPr>
          <a:xfrm>
            <a:off x="3159981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7" name="Google Shape;2227;p79"/>
          <p:cNvSpPr/>
          <p:nvPr/>
        </p:nvSpPr>
        <p:spPr>
          <a:xfrm>
            <a:off x="3733055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79"/>
          <p:cNvSpPr/>
          <p:nvPr/>
        </p:nvSpPr>
        <p:spPr>
          <a:xfrm>
            <a:off x="4306128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9" name="Google Shape;2229;p79"/>
          <p:cNvSpPr txBox="1"/>
          <p:nvPr/>
        </p:nvSpPr>
        <p:spPr>
          <a:xfrm>
            <a:off x="2637886" y="3639489"/>
            <a:ext cx="55499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a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1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30" name="Google Shape;2230;p79"/>
          <p:cNvSpPr txBox="1"/>
          <p:nvPr/>
        </p:nvSpPr>
        <p:spPr>
          <a:xfrm>
            <a:off x="3185463" y="3640313"/>
            <a:ext cx="51742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a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2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31" name="Google Shape;2231;p79"/>
          <p:cNvSpPr txBox="1"/>
          <p:nvPr/>
        </p:nvSpPr>
        <p:spPr>
          <a:xfrm>
            <a:off x="3745789" y="3640313"/>
            <a:ext cx="48682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a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3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32" name="Google Shape;2232;p79"/>
          <p:cNvSpPr txBox="1"/>
          <p:nvPr/>
        </p:nvSpPr>
        <p:spPr>
          <a:xfrm>
            <a:off x="4306092" y="3640302"/>
            <a:ext cx="65911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a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4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33" name="Google Shape;2233;p79"/>
          <p:cNvSpPr txBox="1"/>
          <p:nvPr/>
        </p:nvSpPr>
        <p:spPr>
          <a:xfrm>
            <a:off x="1112062" y="3593172"/>
            <a:ext cx="1280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Masked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4" name="Google Shape;223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2772651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235" name="Google Shape;2235;p79"/>
          <p:cNvSpPr/>
          <p:nvPr/>
        </p:nvSpPr>
        <p:spPr>
          <a:xfrm>
            <a:off x="2641496" y="2757639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6" name="Google Shape;2236;p79"/>
          <p:cNvSpPr/>
          <p:nvPr/>
        </p:nvSpPr>
        <p:spPr>
          <a:xfrm>
            <a:off x="2637327" y="3136145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7" name="Google Shape;2237;p79"/>
          <p:cNvSpPr/>
          <p:nvPr/>
        </p:nvSpPr>
        <p:spPr>
          <a:xfrm>
            <a:off x="3159981" y="3136146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8" name="Google Shape;2238;p79"/>
          <p:cNvSpPr/>
          <p:nvPr/>
        </p:nvSpPr>
        <p:spPr>
          <a:xfrm>
            <a:off x="3733055" y="3136146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9" name="Google Shape;2239;p79"/>
          <p:cNvSpPr/>
          <p:nvPr/>
        </p:nvSpPr>
        <p:spPr>
          <a:xfrm>
            <a:off x="4306128" y="3136146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79"/>
          <p:cNvSpPr txBox="1"/>
          <p:nvPr/>
        </p:nvSpPr>
        <p:spPr>
          <a:xfrm>
            <a:off x="2666363" y="2990041"/>
            <a:ext cx="51292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1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41" name="Google Shape;2241;p79"/>
          <p:cNvSpPr txBox="1"/>
          <p:nvPr/>
        </p:nvSpPr>
        <p:spPr>
          <a:xfrm>
            <a:off x="3185325" y="2990454"/>
            <a:ext cx="55232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2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42" name="Google Shape;2242;p79"/>
          <p:cNvSpPr txBox="1"/>
          <p:nvPr/>
        </p:nvSpPr>
        <p:spPr>
          <a:xfrm>
            <a:off x="3745789" y="2990454"/>
            <a:ext cx="55232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3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43" name="Google Shape;2243;p79"/>
          <p:cNvSpPr txBox="1"/>
          <p:nvPr/>
        </p:nvSpPr>
        <p:spPr>
          <a:xfrm>
            <a:off x="4306116" y="2990430"/>
            <a:ext cx="5823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4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44" name="Google Shape;2244;p79"/>
          <p:cNvSpPr/>
          <p:nvPr/>
        </p:nvSpPr>
        <p:spPr>
          <a:xfrm>
            <a:off x="2442082" y="3268205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45" name="Google Shape;2245;p79"/>
          <p:cNvSpPr/>
          <p:nvPr/>
        </p:nvSpPr>
        <p:spPr>
          <a:xfrm>
            <a:off x="2964734" y="3268205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46" name="Google Shape;2246;p79"/>
          <p:cNvSpPr/>
          <p:nvPr/>
        </p:nvSpPr>
        <p:spPr>
          <a:xfrm>
            <a:off x="3528614" y="3268205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47" name="Google Shape;2247;p79"/>
          <p:cNvSpPr/>
          <p:nvPr/>
        </p:nvSpPr>
        <p:spPr>
          <a:xfrm>
            <a:off x="4092471" y="3268150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48" name="Google Shape;2248;p79"/>
          <p:cNvSpPr txBox="1"/>
          <p:nvPr/>
        </p:nvSpPr>
        <p:spPr>
          <a:xfrm>
            <a:off x="1107359" y="3071765"/>
            <a:ext cx="11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9" name="Google Shape;224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2126374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79"/>
          <p:cNvSpPr/>
          <p:nvPr/>
        </p:nvSpPr>
        <p:spPr>
          <a:xfrm>
            <a:off x="2641496" y="2111361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1" name="Google Shape;2251;p79"/>
          <p:cNvSpPr/>
          <p:nvPr/>
        </p:nvSpPr>
        <p:spPr>
          <a:xfrm>
            <a:off x="2637327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79"/>
          <p:cNvSpPr/>
          <p:nvPr/>
        </p:nvSpPr>
        <p:spPr>
          <a:xfrm>
            <a:off x="3159981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3" name="Google Shape;2253;p79"/>
          <p:cNvSpPr/>
          <p:nvPr/>
        </p:nvSpPr>
        <p:spPr>
          <a:xfrm>
            <a:off x="3733055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4" name="Google Shape;2254;p79"/>
          <p:cNvSpPr/>
          <p:nvPr/>
        </p:nvSpPr>
        <p:spPr>
          <a:xfrm>
            <a:off x="4306128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5" name="Google Shape;2255;p79"/>
          <p:cNvSpPr txBox="1"/>
          <p:nvPr/>
        </p:nvSpPr>
        <p:spPr>
          <a:xfrm>
            <a:off x="2574301" y="2364649"/>
            <a:ext cx="58958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</a:rPr>
              <a:t>a</a:t>
            </a:r>
            <a:r>
              <a:rPr lang="en" i="1" baseline="30000" dirty="0">
                <a:solidFill>
                  <a:schemeClr val="dk2"/>
                </a:solidFill>
              </a:rPr>
              <a:t>ed</a:t>
            </a:r>
            <a:r>
              <a:rPr lang="en" i="1" baseline="-25000" dirty="0">
                <a:solidFill>
                  <a:schemeClr val="dk2"/>
                </a:solidFill>
              </a:rPr>
              <a:t>1</a:t>
            </a:r>
            <a:endParaRPr i="1" dirty="0">
              <a:solidFill>
                <a:srgbClr val="595959"/>
              </a:solidFill>
            </a:endParaRPr>
          </a:p>
        </p:txBody>
      </p:sp>
      <p:sp>
        <p:nvSpPr>
          <p:cNvPr id="2256" name="Google Shape;2256;p79"/>
          <p:cNvSpPr txBox="1"/>
          <p:nvPr/>
        </p:nvSpPr>
        <p:spPr>
          <a:xfrm>
            <a:off x="3122176" y="2364649"/>
            <a:ext cx="58958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</a:rPr>
              <a:t>a</a:t>
            </a:r>
            <a:r>
              <a:rPr lang="en" i="1" baseline="30000" dirty="0">
                <a:solidFill>
                  <a:schemeClr val="dk2"/>
                </a:solidFill>
              </a:rPr>
              <a:t>ed</a:t>
            </a:r>
            <a:r>
              <a:rPr lang="en" i="1" baseline="-25000" dirty="0">
                <a:solidFill>
                  <a:schemeClr val="dk2"/>
                </a:solidFill>
              </a:rPr>
              <a:t>2</a:t>
            </a:r>
            <a:endParaRPr i="1" dirty="0">
              <a:solidFill>
                <a:srgbClr val="595959"/>
              </a:solidFill>
            </a:endParaRPr>
          </a:p>
        </p:txBody>
      </p:sp>
      <p:sp>
        <p:nvSpPr>
          <p:cNvPr id="2257" name="Google Shape;2257;p79"/>
          <p:cNvSpPr txBox="1"/>
          <p:nvPr/>
        </p:nvSpPr>
        <p:spPr>
          <a:xfrm>
            <a:off x="3682500" y="2364649"/>
            <a:ext cx="55527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</a:rPr>
              <a:t>a</a:t>
            </a:r>
            <a:r>
              <a:rPr lang="en" i="1" baseline="30000" dirty="0">
                <a:solidFill>
                  <a:schemeClr val="dk2"/>
                </a:solidFill>
              </a:rPr>
              <a:t>ed</a:t>
            </a:r>
            <a:r>
              <a:rPr lang="en" i="1" baseline="-25000" dirty="0">
                <a:solidFill>
                  <a:schemeClr val="dk2"/>
                </a:solidFill>
              </a:rPr>
              <a:t>3</a:t>
            </a:r>
            <a:endParaRPr i="1" dirty="0">
              <a:solidFill>
                <a:srgbClr val="595959"/>
              </a:solidFill>
            </a:endParaRPr>
          </a:p>
        </p:txBody>
      </p:sp>
      <p:sp>
        <p:nvSpPr>
          <p:cNvPr id="2258" name="Google Shape;2258;p79"/>
          <p:cNvSpPr txBox="1"/>
          <p:nvPr/>
        </p:nvSpPr>
        <p:spPr>
          <a:xfrm>
            <a:off x="4242800" y="2364649"/>
            <a:ext cx="60453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a</a:t>
            </a:r>
            <a:r>
              <a:rPr lang="en" i="1" baseline="30000">
                <a:solidFill>
                  <a:schemeClr val="dk2"/>
                </a:solidFill>
              </a:rPr>
              <a:t>ed</a:t>
            </a:r>
            <a:r>
              <a:rPr lang="en" i="1" baseline="-25000">
                <a:solidFill>
                  <a:schemeClr val="dk2"/>
                </a:solidFill>
              </a:rPr>
              <a:t>4</a:t>
            </a:r>
            <a:endParaRPr i="1">
              <a:solidFill>
                <a:srgbClr val="595959"/>
              </a:solidFill>
            </a:endParaRPr>
          </a:p>
        </p:txBody>
      </p:sp>
      <p:sp>
        <p:nvSpPr>
          <p:cNvPr id="2259" name="Google Shape;2259;p79"/>
          <p:cNvSpPr txBox="1"/>
          <p:nvPr/>
        </p:nvSpPr>
        <p:spPr>
          <a:xfrm>
            <a:off x="1103625" y="2573313"/>
            <a:ext cx="142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Cross- Attention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0" name="Google Shape;226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1494985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261" name="Google Shape;2261;p79"/>
          <p:cNvSpPr/>
          <p:nvPr/>
        </p:nvSpPr>
        <p:spPr>
          <a:xfrm>
            <a:off x="2641496" y="1479972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2" name="Google Shape;2262;p79"/>
          <p:cNvSpPr/>
          <p:nvPr/>
        </p:nvSpPr>
        <p:spPr>
          <a:xfrm>
            <a:off x="2637327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3" name="Google Shape;2263;p79"/>
          <p:cNvSpPr/>
          <p:nvPr/>
        </p:nvSpPr>
        <p:spPr>
          <a:xfrm>
            <a:off x="3159981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4" name="Google Shape;2264;p79"/>
          <p:cNvSpPr/>
          <p:nvPr/>
        </p:nvSpPr>
        <p:spPr>
          <a:xfrm>
            <a:off x="3733055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5" name="Google Shape;2265;p79"/>
          <p:cNvSpPr/>
          <p:nvPr/>
        </p:nvSpPr>
        <p:spPr>
          <a:xfrm>
            <a:off x="4306128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6" name="Google Shape;2266;p79"/>
          <p:cNvSpPr txBox="1"/>
          <p:nvPr/>
        </p:nvSpPr>
        <p:spPr>
          <a:xfrm>
            <a:off x="2637588" y="1733262"/>
            <a:ext cx="58102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1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67" name="Google Shape;2267;p79"/>
          <p:cNvSpPr txBox="1"/>
          <p:nvPr/>
        </p:nvSpPr>
        <p:spPr>
          <a:xfrm>
            <a:off x="3185463" y="1733262"/>
            <a:ext cx="51742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68" name="Google Shape;2268;p79"/>
          <p:cNvSpPr txBox="1"/>
          <p:nvPr/>
        </p:nvSpPr>
        <p:spPr>
          <a:xfrm>
            <a:off x="3745788" y="1733262"/>
            <a:ext cx="45555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3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69" name="Google Shape;2269;p79"/>
          <p:cNvSpPr txBox="1"/>
          <p:nvPr/>
        </p:nvSpPr>
        <p:spPr>
          <a:xfrm>
            <a:off x="4306091" y="1733251"/>
            <a:ext cx="52621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4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270" name="Google Shape;2270;p79"/>
          <p:cNvSpPr txBox="1"/>
          <p:nvPr/>
        </p:nvSpPr>
        <p:spPr>
          <a:xfrm>
            <a:off x="1107350" y="1878454"/>
            <a:ext cx="11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79"/>
          <p:cNvSpPr/>
          <p:nvPr/>
        </p:nvSpPr>
        <p:spPr>
          <a:xfrm>
            <a:off x="2420163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72" name="Google Shape;2272;p79"/>
          <p:cNvSpPr/>
          <p:nvPr/>
        </p:nvSpPr>
        <p:spPr>
          <a:xfrm>
            <a:off x="2964734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73" name="Google Shape;2273;p79"/>
          <p:cNvSpPr/>
          <p:nvPr/>
        </p:nvSpPr>
        <p:spPr>
          <a:xfrm>
            <a:off x="3509304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74" name="Google Shape;2274;p79"/>
          <p:cNvSpPr/>
          <p:nvPr/>
        </p:nvSpPr>
        <p:spPr>
          <a:xfrm>
            <a:off x="4092471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2275" name="Google Shape;2275;p79"/>
          <p:cNvCxnSpPr/>
          <p:nvPr/>
        </p:nvCxnSpPr>
        <p:spPr>
          <a:xfrm flipH="1">
            <a:off x="2777399" y="4022177"/>
            <a:ext cx="3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79"/>
          <p:cNvCxnSpPr/>
          <p:nvPr/>
        </p:nvCxnSpPr>
        <p:spPr>
          <a:xfrm>
            <a:off x="2777699" y="4022177"/>
            <a:ext cx="5832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7" name="Google Shape;2277;p79"/>
          <p:cNvCxnSpPr/>
          <p:nvPr/>
        </p:nvCxnSpPr>
        <p:spPr>
          <a:xfrm>
            <a:off x="2777699" y="4022177"/>
            <a:ext cx="11799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8" name="Google Shape;2278;p79"/>
          <p:cNvCxnSpPr/>
          <p:nvPr/>
        </p:nvCxnSpPr>
        <p:spPr>
          <a:xfrm>
            <a:off x="2777699" y="4022177"/>
            <a:ext cx="17760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9" name="Google Shape;2279;p79"/>
          <p:cNvCxnSpPr/>
          <p:nvPr/>
        </p:nvCxnSpPr>
        <p:spPr>
          <a:xfrm rot="10800000" flipH="1">
            <a:off x="2777383" y="4023095"/>
            <a:ext cx="5835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0" name="Google Shape;2280;p79"/>
          <p:cNvCxnSpPr/>
          <p:nvPr/>
        </p:nvCxnSpPr>
        <p:spPr>
          <a:xfrm rot="10800000" flipH="1">
            <a:off x="2777383" y="4023095"/>
            <a:ext cx="11802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1" name="Google Shape;2281;p79"/>
          <p:cNvCxnSpPr/>
          <p:nvPr/>
        </p:nvCxnSpPr>
        <p:spPr>
          <a:xfrm rot="10800000" flipH="1">
            <a:off x="2777383" y="4023095"/>
            <a:ext cx="17766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2" name="Google Shape;2282;p79"/>
          <p:cNvCxnSpPr/>
          <p:nvPr/>
        </p:nvCxnSpPr>
        <p:spPr>
          <a:xfrm>
            <a:off x="3360748" y="4023286"/>
            <a:ext cx="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3" name="Google Shape;2283;p79"/>
          <p:cNvCxnSpPr/>
          <p:nvPr/>
        </p:nvCxnSpPr>
        <p:spPr>
          <a:xfrm rot="10800000" flipH="1">
            <a:off x="3360748" y="4023095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4" name="Google Shape;2284;p79"/>
          <p:cNvCxnSpPr/>
          <p:nvPr/>
        </p:nvCxnSpPr>
        <p:spPr>
          <a:xfrm>
            <a:off x="3360748" y="4023286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5" name="Google Shape;2285;p79"/>
          <p:cNvCxnSpPr/>
          <p:nvPr/>
        </p:nvCxnSpPr>
        <p:spPr>
          <a:xfrm rot="10800000" flipH="1">
            <a:off x="3957370" y="4023095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6" name="Google Shape;2286;p79"/>
          <p:cNvCxnSpPr/>
          <p:nvPr/>
        </p:nvCxnSpPr>
        <p:spPr>
          <a:xfrm>
            <a:off x="3957370" y="4023286"/>
            <a:ext cx="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7" name="Google Shape;2287;p79"/>
          <p:cNvCxnSpPr/>
          <p:nvPr/>
        </p:nvCxnSpPr>
        <p:spPr>
          <a:xfrm>
            <a:off x="3957370" y="4023286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8" name="Google Shape;2288;p79"/>
          <p:cNvCxnSpPr/>
          <p:nvPr/>
        </p:nvCxnSpPr>
        <p:spPr>
          <a:xfrm rot="10800000">
            <a:off x="4553969" y="4023080"/>
            <a:ext cx="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9" name="Google Shape;2289;p79"/>
          <p:cNvCxnSpPr/>
          <p:nvPr/>
        </p:nvCxnSpPr>
        <p:spPr>
          <a:xfrm rot="10800000">
            <a:off x="3360869" y="4023080"/>
            <a:ext cx="11931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0" name="Google Shape;2290;p79"/>
          <p:cNvCxnSpPr/>
          <p:nvPr/>
        </p:nvCxnSpPr>
        <p:spPr>
          <a:xfrm rot="10800000" flipH="1">
            <a:off x="3360748" y="4023095"/>
            <a:ext cx="11931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91" name="Google Shape;229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856" y="884576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79"/>
          <p:cNvSpPr/>
          <p:nvPr/>
        </p:nvSpPr>
        <p:spPr>
          <a:xfrm>
            <a:off x="2682508" y="869563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79"/>
          <p:cNvSpPr/>
          <p:nvPr/>
        </p:nvSpPr>
        <p:spPr>
          <a:xfrm>
            <a:off x="2678339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79"/>
          <p:cNvSpPr/>
          <p:nvPr/>
        </p:nvSpPr>
        <p:spPr>
          <a:xfrm>
            <a:off x="3200993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5" name="Google Shape;2295;p79"/>
          <p:cNvSpPr/>
          <p:nvPr/>
        </p:nvSpPr>
        <p:spPr>
          <a:xfrm>
            <a:off x="3774067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79"/>
          <p:cNvSpPr/>
          <p:nvPr/>
        </p:nvSpPr>
        <p:spPr>
          <a:xfrm>
            <a:off x="4347140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7" name="Google Shape;2297;p79"/>
          <p:cNvSpPr txBox="1"/>
          <p:nvPr/>
        </p:nvSpPr>
        <p:spPr>
          <a:xfrm>
            <a:off x="2615325" y="1100337"/>
            <a:ext cx="5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1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2298" name="Google Shape;2298;p79"/>
          <p:cNvSpPr txBox="1"/>
          <p:nvPr/>
        </p:nvSpPr>
        <p:spPr>
          <a:xfrm>
            <a:off x="3159612" y="1100337"/>
            <a:ext cx="505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2</a:t>
            </a:r>
            <a:endParaRPr i="1" baseline="-25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dk2"/>
              </a:solidFill>
            </a:endParaRPr>
          </a:p>
        </p:txBody>
      </p:sp>
      <p:sp>
        <p:nvSpPr>
          <p:cNvPr id="2299" name="Google Shape;2299;p79"/>
          <p:cNvSpPr txBox="1"/>
          <p:nvPr/>
        </p:nvSpPr>
        <p:spPr>
          <a:xfrm>
            <a:off x="3703887" y="1100337"/>
            <a:ext cx="5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3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2300" name="Google Shape;2300;p79"/>
          <p:cNvSpPr txBox="1"/>
          <p:nvPr/>
        </p:nvSpPr>
        <p:spPr>
          <a:xfrm>
            <a:off x="4321973" y="1100324"/>
            <a:ext cx="67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4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2301" name="Google Shape;2301;p79"/>
          <p:cNvSpPr txBox="1"/>
          <p:nvPr/>
        </p:nvSpPr>
        <p:spPr>
          <a:xfrm>
            <a:off x="1111225" y="1190750"/>
            <a:ext cx="10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2" name="Google Shape;230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856" y="253187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79"/>
          <p:cNvSpPr/>
          <p:nvPr/>
        </p:nvSpPr>
        <p:spPr>
          <a:xfrm>
            <a:off x="2682508" y="238174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4" name="Google Shape;2304;p79"/>
          <p:cNvSpPr/>
          <p:nvPr/>
        </p:nvSpPr>
        <p:spPr>
          <a:xfrm>
            <a:off x="2678339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79"/>
          <p:cNvSpPr/>
          <p:nvPr/>
        </p:nvSpPr>
        <p:spPr>
          <a:xfrm>
            <a:off x="3200993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p79"/>
          <p:cNvSpPr/>
          <p:nvPr/>
        </p:nvSpPr>
        <p:spPr>
          <a:xfrm>
            <a:off x="3774067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79"/>
          <p:cNvSpPr/>
          <p:nvPr/>
        </p:nvSpPr>
        <p:spPr>
          <a:xfrm>
            <a:off x="4347140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79"/>
          <p:cNvSpPr txBox="1"/>
          <p:nvPr/>
        </p:nvSpPr>
        <p:spPr>
          <a:xfrm>
            <a:off x="2678600" y="491464"/>
            <a:ext cx="68214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595959"/>
                </a:solidFill>
              </a:rPr>
              <a:t>x</a:t>
            </a:r>
            <a:r>
              <a:rPr lang="en" i="1" baseline="30000" dirty="0">
                <a:solidFill>
                  <a:srgbClr val="595959"/>
                </a:solidFill>
              </a:rPr>
              <a:t>e</a:t>
            </a:r>
            <a:r>
              <a:rPr lang="en" i="1" baseline="-25000" dirty="0">
                <a:solidFill>
                  <a:srgbClr val="595959"/>
                </a:solidFill>
              </a:rPr>
              <a:t>1</a:t>
            </a:r>
            <a:endParaRPr i="1" baseline="-25000" dirty="0">
              <a:solidFill>
                <a:srgbClr val="595959"/>
              </a:solidFill>
            </a:endParaRPr>
          </a:p>
        </p:txBody>
      </p:sp>
      <p:sp>
        <p:nvSpPr>
          <p:cNvPr id="2309" name="Google Shape;2309;p79"/>
          <p:cNvSpPr txBox="1"/>
          <p:nvPr/>
        </p:nvSpPr>
        <p:spPr>
          <a:xfrm>
            <a:off x="3226475" y="491464"/>
            <a:ext cx="5193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310" name="Google Shape;2310;p79"/>
          <p:cNvSpPr txBox="1"/>
          <p:nvPr/>
        </p:nvSpPr>
        <p:spPr>
          <a:xfrm>
            <a:off x="3786800" y="491464"/>
            <a:ext cx="51929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3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311" name="Google Shape;2311;p79"/>
          <p:cNvSpPr txBox="1"/>
          <p:nvPr/>
        </p:nvSpPr>
        <p:spPr>
          <a:xfrm>
            <a:off x="4347104" y="491453"/>
            <a:ext cx="505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4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312" name="Google Shape;2312;p79"/>
          <p:cNvSpPr txBox="1"/>
          <p:nvPr/>
        </p:nvSpPr>
        <p:spPr>
          <a:xfrm>
            <a:off x="1107362" y="620206"/>
            <a:ext cx="11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79"/>
          <p:cNvSpPr/>
          <p:nvPr/>
        </p:nvSpPr>
        <p:spPr>
          <a:xfrm>
            <a:off x="2461175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14" name="Google Shape;2314;p79"/>
          <p:cNvSpPr/>
          <p:nvPr/>
        </p:nvSpPr>
        <p:spPr>
          <a:xfrm>
            <a:off x="3005746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15" name="Google Shape;2315;p79"/>
          <p:cNvSpPr/>
          <p:nvPr/>
        </p:nvSpPr>
        <p:spPr>
          <a:xfrm>
            <a:off x="3550316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16" name="Google Shape;2316;p79"/>
          <p:cNvSpPr/>
          <p:nvPr/>
        </p:nvSpPr>
        <p:spPr>
          <a:xfrm>
            <a:off x="4133483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2317" name="Google Shape;231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2499" y="271644"/>
            <a:ext cx="2048400" cy="331231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79"/>
          <p:cNvSpPr txBox="1"/>
          <p:nvPr/>
        </p:nvSpPr>
        <p:spPr>
          <a:xfrm>
            <a:off x="1112062" y="4265097"/>
            <a:ext cx="1280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Input embeddings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9" name="Google Shape;2319;p79"/>
          <p:cNvCxnSpPr>
            <a:cxnSpLocks/>
            <a:endCxn id="2255" idx="2"/>
          </p:cNvCxnSpPr>
          <p:nvPr/>
        </p:nvCxnSpPr>
        <p:spPr>
          <a:xfrm flipV="1">
            <a:off x="834602" y="2826284"/>
            <a:ext cx="2034492" cy="1389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0" name="Google Shape;2320;p79"/>
          <p:cNvCxnSpPr>
            <a:cxnSpLocks/>
            <a:endCxn id="2256" idx="2"/>
          </p:cNvCxnSpPr>
          <p:nvPr/>
        </p:nvCxnSpPr>
        <p:spPr>
          <a:xfrm flipV="1">
            <a:off x="843677" y="2826284"/>
            <a:ext cx="2573292" cy="1389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1" name="Google Shape;2321;p79"/>
          <p:cNvCxnSpPr>
            <a:cxnSpLocks/>
            <a:endCxn id="2257" idx="2"/>
          </p:cNvCxnSpPr>
          <p:nvPr/>
        </p:nvCxnSpPr>
        <p:spPr>
          <a:xfrm flipV="1">
            <a:off x="861301" y="2826284"/>
            <a:ext cx="3098836" cy="1389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2" name="Google Shape;2322;p79"/>
          <p:cNvCxnSpPr>
            <a:cxnSpLocks/>
            <a:endCxn id="2258" idx="2"/>
          </p:cNvCxnSpPr>
          <p:nvPr/>
        </p:nvCxnSpPr>
        <p:spPr>
          <a:xfrm flipV="1">
            <a:off x="834801" y="2826284"/>
            <a:ext cx="3710268" cy="1479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23" name="Google Shape;2323;p79"/>
          <p:cNvSpPr txBox="1"/>
          <p:nvPr/>
        </p:nvSpPr>
        <p:spPr>
          <a:xfrm>
            <a:off x="118525" y="2881125"/>
            <a:ext cx="83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Encoder outputs</a:t>
            </a:r>
            <a:endParaRPr sz="12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79"/>
          <p:cNvSpPr/>
          <p:nvPr/>
        </p:nvSpPr>
        <p:spPr>
          <a:xfrm>
            <a:off x="2637925" y="123525"/>
            <a:ext cx="2048400" cy="148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5" name="Google Shape;2325;p79"/>
          <p:cNvSpPr txBox="1"/>
          <p:nvPr/>
        </p:nvSpPr>
        <p:spPr>
          <a:xfrm>
            <a:off x="5805775" y="363275"/>
            <a:ext cx="165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Decoder block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D33FE5-9D4F-B326-1C28-6B43940F1607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80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80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80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33" name="Google Shape;2333;p80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80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80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80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7" name="Google Shape;2337;p80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38" name="Google Shape;2338;p80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39" name="Google Shape;2339;p80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340" name="Google Shape;234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80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80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4" name="Google Shape;2344;p80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5" name="Google Shape;2345;p80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6" name="Google Shape;2346;p80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47" name="Google Shape;2347;p80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48" name="Google Shape;2348;p80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349" name="Google Shape;234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1359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50" name="Google Shape;2350;p80"/>
          <p:cNvSpPr/>
          <p:nvPr/>
        </p:nvSpPr>
        <p:spPr>
          <a:xfrm>
            <a:off x="2088924" y="1342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1" name="Google Shape;2351;p80"/>
          <p:cNvSpPr/>
          <p:nvPr/>
        </p:nvSpPr>
        <p:spPr>
          <a:xfrm>
            <a:off x="2084350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2" name="Google Shape;2352;p80"/>
          <p:cNvSpPr/>
          <p:nvPr/>
        </p:nvSpPr>
        <p:spPr>
          <a:xfrm>
            <a:off x="26578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3" name="Google Shape;2353;p80"/>
          <p:cNvSpPr/>
          <p:nvPr/>
        </p:nvSpPr>
        <p:spPr>
          <a:xfrm>
            <a:off x="32866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4" name="Google Shape;2354;p80"/>
          <p:cNvSpPr txBox="1"/>
          <p:nvPr/>
        </p:nvSpPr>
        <p:spPr>
          <a:xfrm>
            <a:off x="208463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55" name="Google Shape;2355;p80"/>
          <p:cNvSpPr txBox="1"/>
          <p:nvPr/>
        </p:nvSpPr>
        <p:spPr>
          <a:xfrm>
            <a:off x="268578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56" name="Google Shape;2356;p80"/>
          <p:cNvSpPr txBox="1"/>
          <p:nvPr/>
        </p:nvSpPr>
        <p:spPr>
          <a:xfrm>
            <a:off x="3300600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357" name="Google Shape;235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825" y="13432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8" name="Google Shape;2358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8813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9" name="Google Shape;235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0889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0" name="Google Shape;236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782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1" name="Google Shape;2361;p80"/>
          <p:cNvSpPr txBox="1"/>
          <p:nvPr/>
        </p:nvSpPr>
        <p:spPr>
          <a:xfrm>
            <a:off x="1932402" y="4814850"/>
            <a:ext cx="20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80"/>
          <p:cNvSpPr txBox="1"/>
          <p:nvPr/>
        </p:nvSpPr>
        <p:spPr>
          <a:xfrm>
            <a:off x="1988602" y="97050"/>
            <a:ext cx="196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80"/>
          <p:cNvSpPr/>
          <p:nvPr/>
        </p:nvSpPr>
        <p:spPr>
          <a:xfrm>
            <a:off x="4069475" y="3087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4" name="Google Shape;2364;p80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5" name="Google Shape;2365;p80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366" name="Google Shape;2366;p80"/>
          <p:cNvSpPr txBox="1"/>
          <p:nvPr/>
        </p:nvSpPr>
        <p:spPr>
          <a:xfrm>
            <a:off x="161200" y="4833400"/>
            <a:ext cx="138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80"/>
          <p:cNvSpPr txBox="1"/>
          <p:nvPr/>
        </p:nvSpPr>
        <p:spPr>
          <a:xfrm>
            <a:off x="151300" y="4044850"/>
            <a:ext cx="189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80"/>
          <p:cNvSpPr txBox="1"/>
          <p:nvPr/>
        </p:nvSpPr>
        <p:spPr>
          <a:xfrm>
            <a:off x="218050" y="2418275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80"/>
          <p:cNvSpPr txBox="1"/>
          <p:nvPr/>
        </p:nvSpPr>
        <p:spPr>
          <a:xfrm>
            <a:off x="203200" y="1740050"/>
            <a:ext cx="172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80"/>
          <p:cNvSpPr txBox="1"/>
          <p:nvPr/>
        </p:nvSpPr>
        <p:spPr>
          <a:xfrm>
            <a:off x="218050" y="951500"/>
            <a:ext cx="17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80"/>
          <p:cNvSpPr txBox="1"/>
          <p:nvPr/>
        </p:nvSpPr>
        <p:spPr>
          <a:xfrm>
            <a:off x="203200" y="162950"/>
            <a:ext cx="184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2" name="Google Shape;2372;p80"/>
          <p:cNvCxnSpPr/>
          <p:nvPr/>
        </p:nvCxnSpPr>
        <p:spPr>
          <a:xfrm>
            <a:off x="2321475" y="4457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73" name="Google Shape;2373;p80"/>
          <p:cNvCxnSpPr/>
          <p:nvPr/>
        </p:nvCxnSpPr>
        <p:spPr>
          <a:xfrm>
            <a:off x="29008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74" name="Google Shape;2374;p80"/>
          <p:cNvCxnSpPr/>
          <p:nvPr/>
        </p:nvCxnSpPr>
        <p:spPr>
          <a:xfrm>
            <a:off x="35296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75" name="Google Shape;2375;p80"/>
          <p:cNvSpPr txBox="1"/>
          <p:nvPr/>
        </p:nvSpPr>
        <p:spPr>
          <a:xfrm>
            <a:off x="203200" y="525275"/>
            <a:ext cx="19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 sz="140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1E968-D3B2-719B-3A9A-F99BF183BFB4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114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1" name="Google Shape;238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275" y="445025"/>
            <a:ext cx="4577212" cy="431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81"/>
          <p:cNvSpPr/>
          <p:nvPr/>
        </p:nvSpPr>
        <p:spPr>
          <a:xfrm>
            <a:off x="7693175" y="13167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p81"/>
          <p:cNvSpPr txBox="1"/>
          <p:nvPr/>
        </p:nvSpPr>
        <p:spPr>
          <a:xfrm>
            <a:off x="7940350" y="2138300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80" name="Google Shape;2380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Transformer Decoder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6DEF9-980C-EA00-373E-A92765BBD0DF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115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82"/>
          <p:cNvSpPr/>
          <p:nvPr/>
        </p:nvSpPr>
        <p:spPr>
          <a:xfrm>
            <a:off x="364625" y="4041987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" name="Google Shape;2389;p82"/>
          <p:cNvSpPr/>
          <p:nvPr/>
        </p:nvSpPr>
        <p:spPr>
          <a:xfrm>
            <a:off x="938102" y="404198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" name="Google Shape;2390;p82"/>
          <p:cNvSpPr/>
          <p:nvPr/>
        </p:nvSpPr>
        <p:spPr>
          <a:xfrm>
            <a:off x="1566902" y="404198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1" name="Google Shape;2391;p82"/>
          <p:cNvSpPr/>
          <p:nvPr/>
        </p:nvSpPr>
        <p:spPr>
          <a:xfrm>
            <a:off x="2195702" y="404198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2" name="Google Shape;2392;p82"/>
          <p:cNvSpPr txBox="1"/>
          <p:nvPr/>
        </p:nvSpPr>
        <p:spPr>
          <a:xfrm>
            <a:off x="364913" y="3942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93" name="Google Shape;2393;p82"/>
          <p:cNvSpPr txBox="1"/>
          <p:nvPr/>
        </p:nvSpPr>
        <p:spPr>
          <a:xfrm>
            <a:off x="966063" y="3942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94" name="Google Shape;2394;p82"/>
          <p:cNvSpPr txBox="1"/>
          <p:nvPr/>
        </p:nvSpPr>
        <p:spPr>
          <a:xfrm>
            <a:off x="1580875" y="3942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95" name="Google Shape;2395;p82"/>
          <p:cNvSpPr txBox="1"/>
          <p:nvPr/>
        </p:nvSpPr>
        <p:spPr>
          <a:xfrm>
            <a:off x="2195663" y="3942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96" name="Google Shape;2396;p82"/>
          <p:cNvSpPr/>
          <p:nvPr/>
        </p:nvSpPr>
        <p:spPr>
          <a:xfrm>
            <a:off x="2914775" y="3979225"/>
            <a:ext cx="324000" cy="497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7" name="Google Shape;2397;p82"/>
          <p:cNvSpPr/>
          <p:nvPr/>
        </p:nvSpPr>
        <p:spPr>
          <a:xfrm>
            <a:off x="3517225" y="40424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82"/>
          <p:cNvSpPr txBox="1"/>
          <p:nvPr/>
        </p:nvSpPr>
        <p:spPr>
          <a:xfrm>
            <a:off x="3517838" y="39420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y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99" name="Google Shape;2399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QKV Attention </a:t>
            </a:r>
            <a:endParaRPr/>
          </a:p>
        </p:txBody>
      </p:sp>
      <p:pic>
        <p:nvPicPr>
          <p:cNvPr id="2400" name="Google Shape;240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25" y="441095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4005" y="4358000"/>
            <a:ext cx="390570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EF7E02-F1B9-8C38-4DE9-8F823CD1597C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116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83"/>
          <p:cNvSpPr/>
          <p:nvPr/>
        </p:nvSpPr>
        <p:spPr>
          <a:xfrm>
            <a:off x="412000" y="4359037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7" name="Google Shape;2407;p83"/>
          <p:cNvSpPr/>
          <p:nvPr/>
        </p:nvSpPr>
        <p:spPr>
          <a:xfrm>
            <a:off x="9854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8" name="Google Shape;2408;p83"/>
          <p:cNvSpPr/>
          <p:nvPr/>
        </p:nvSpPr>
        <p:spPr>
          <a:xfrm>
            <a:off x="16142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9" name="Google Shape;2409;p83"/>
          <p:cNvSpPr/>
          <p:nvPr/>
        </p:nvSpPr>
        <p:spPr>
          <a:xfrm>
            <a:off x="22430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0" name="Google Shape;2410;p83"/>
          <p:cNvSpPr txBox="1"/>
          <p:nvPr/>
        </p:nvSpPr>
        <p:spPr>
          <a:xfrm>
            <a:off x="41228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11" name="Google Shape;2411;p83"/>
          <p:cNvSpPr txBox="1"/>
          <p:nvPr/>
        </p:nvSpPr>
        <p:spPr>
          <a:xfrm>
            <a:off x="101343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12" name="Google Shape;2412;p83"/>
          <p:cNvSpPr txBox="1"/>
          <p:nvPr/>
        </p:nvSpPr>
        <p:spPr>
          <a:xfrm>
            <a:off x="1628250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13" name="Google Shape;2413;p83"/>
          <p:cNvSpPr txBox="1"/>
          <p:nvPr/>
        </p:nvSpPr>
        <p:spPr>
          <a:xfrm>
            <a:off x="2243038" y="42595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14" name="Google Shape;2414;p83"/>
          <p:cNvSpPr/>
          <p:nvPr/>
        </p:nvSpPr>
        <p:spPr>
          <a:xfrm>
            <a:off x="2962150" y="4296275"/>
            <a:ext cx="324000" cy="497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5" name="Google Shape;2415;p83"/>
          <p:cNvSpPr/>
          <p:nvPr/>
        </p:nvSpPr>
        <p:spPr>
          <a:xfrm>
            <a:off x="3564600" y="435948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6" name="Google Shape;2416;p83"/>
          <p:cNvSpPr txBox="1"/>
          <p:nvPr/>
        </p:nvSpPr>
        <p:spPr>
          <a:xfrm>
            <a:off x="3565213" y="4259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y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17" name="Google Shape;2417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QKV Attention </a:t>
            </a:r>
            <a:endParaRPr/>
          </a:p>
        </p:txBody>
      </p:sp>
      <p:sp>
        <p:nvSpPr>
          <p:cNvPr id="2418" name="Google Shape;2418;p83"/>
          <p:cNvSpPr/>
          <p:nvPr/>
        </p:nvSpPr>
        <p:spPr>
          <a:xfrm>
            <a:off x="1099706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9" name="Google Shape;2419;p83"/>
          <p:cNvSpPr/>
          <p:nvPr/>
        </p:nvSpPr>
        <p:spPr>
          <a:xfrm>
            <a:off x="1670012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0" name="Google Shape;2420;p83"/>
          <p:cNvSpPr/>
          <p:nvPr/>
        </p:nvSpPr>
        <p:spPr>
          <a:xfrm>
            <a:off x="2240321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83"/>
          <p:cNvSpPr txBox="1"/>
          <p:nvPr/>
        </p:nvSpPr>
        <p:spPr>
          <a:xfrm>
            <a:off x="1029920" y="3552771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22" name="Google Shape;2422;p83"/>
          <p:cNvSpPr txBox="1"/>
          <p:nvPr/>
        </p:nvSpPr>
        <p:spPr>
          <a:xfrm>
            <a:off x="1632929" y="3552773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23" name="Google Shape;2423;p83"/>
          <p:cNvSpPr txBox="1"/>
          <p:nvPr/>
        </p:nvSpPr>
        <p:spPr>
          <a:xfrm>
            <a:off x="2207609" y="355276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24" name="Google Shape;2424;p83"/>
          <p:cNvSpPr/>
          <p:nvPr/>
        </p:nvSpPr>
        <p:spPr>
          <a:xfrm>
            <a:off x="515240" y="365405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p83"/>
          <p:cNvSpPr txBox="1"/>
          <p:nvPr/>
        </p:nvSpPr>
        <p:spPr>
          <a:xfrm>
            <a:off x="515250" y="3581939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426" name="Google Shape;2426;p83"/>
          <p:cNvCxnSpPr/>
          <p:nvPr/>
        </p:nvCxnSpPr>
        <p:spPr>
          <a:xfrm rot="10800000" flipH="1">
            <a:off x="128478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7" name="Google Shape;2427;p83"/>
          <p:cNvCxnSpPr/>
          <p:nvPr/>
        </p:nvCxnSpPr>
        <p:spPr>
          <a:xfrm rot="10800000" flipH="1">
            <a:off x="183183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8" name="Google Shape;2428;p83"/>
          <p:cNvCxnSpPr/>
          <p:nvPr/>
        </p:nvCxnSpPr>
        <p:spPr>
          <a:xfrm rot="10800000" flipH="1">
            <a:off x="2402163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29" name="Google Shape;2429;p83"/>
          <p:cNvSpPr txBox="1"/>
          <p:nvPr/>
        </p:nvSpPr>
        <p:spPr>
          <a:xfrm>
            <a:off x="472441" y="2301288"/>
            <a:ext cx="2213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0.4     0.55     0.1    0.05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430" name="Google Shape;2430;p83"/>
          <p:cNvSpPr/>
          <p:nvPr/>
        </p:nvSpPr>
        <p:spPr>
          <a:xfrm>
            <a:off x="1208518" y="2804574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1" name="Google Shape;2431;p83"/>
          <p:cNvSpPr/>
          <p:nvPr/>
        </p:nvSpPr>
        <p:spPr>
          <a:xfrm>
            <a:off x="1705218" y="3227599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2" name="Google Shape;2432;p83"/>
          <p:cNvSpPr/>
          <p:nvPr/>
        </p:nvSpPr>
        <p:spPr>
          <a:xfrm>
            <a:off x="2297634" y="330876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33" name="Google Shape;2433;p83"/>
          <p:cNvCxnSpPr/>
          <p:nvPr/>
        </p:nvCxnSpPr>
        <p:spPr>
          <a:xfrm>
            <a:off x="311706" y="3551444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4" name="Google Shape;2434;p83"/>
          <p:cNvSpPr/>
          <p:nvPr/>
        </p:nvSpPr>
        <p:spPr>
          <a:xfrm rot="5400000">
            <a:off x="1452338" y="1090913"/>
            <a:ext cx="141300" cy="2073300"/>
          </a:xfrm>
          <a:prstGeom prst="leftBrace">
            <a:avLst>
              <a:gd name="adj1" fmla="val 50000"/>
              <a:gd name="adj2" fmla="val 5028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35" name="Google Shape;2435;p83"/>
          <p:cNvCxnSpPr>
            <a:endCxn id="2423" idx="2"/>
          </p:cNvCxnSpPr>
          <p:nvPr/>
        </p:nvCxnSpPr>
        <p:spPr>
          <a:xfrm rot="10800000">
            <a:off x="2509109" y="3922065"/>
            <a:ext cx="13209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6" name="Google Shape;2436;p83"/>
          <p:cNvCxnSpPr>
            <a:endCxn id="2422" idx="2"/>
          </p:cNvCxnSpPr>
          <p:nvPr/>
        </p:nvCxnSpPr>
        <p:spPr>
          <a:xfrm rot="10800000">
            <a:off x="1934429" y="3922073"/>
            <a:ext cx="1895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7" name="Google Shape;2437;p83"/>
          <p:cNvCxnSpPr>
            <a:endCxn id="2421" idx="2"/>
          </p:cNvCxnSpPr>
          <p:nvPr/>
        </p:nvCxnSpPr>
        <p:spPr>
          <a:xfrm rot="10800000">
            <a:off x="1331420" y="3922071"/>
            <a:ext cx="2498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8" name="Google Shape;2438;p83"/>
          <p:cNvCxnSpPr>
            <a:endCxn id="2425" idx="2"/>
          </p:cNvCxnSpPr>
          <p:nvPr/>
        </p:nvCxnSpPr>
        <p:spPr>
          <a:xfrm rot="10800000">
            <a:off x="807150" y="3951239"/>
            <a:ext cx="3022800" cy="34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9" name="Google Shape;2439;p83"/>
          <p:cNvSpPr/>
          <p:nvPr/>
        </p:nvSpPr>
        <p:spPr>
          <a:xfrm>
            <a:off x="1336288" y="163678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0" name="Google Shape;2440;p83"/>
          <p:cNvSpPr txBox="1"/>
          <p:nvPr/>
        </p:nvSpPr>
        <p:spPr>
          <a:xfrm>
            <a:off x="1336600" y="15632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41" name="Google Shape;2441;p83"/>
          <p:cNvSpPr/>
          <p:nvPr/>
        </p:nvSpPr>
        <p:spPr>
          <a:xfrm>
            <a:off x="539574" y="2976740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2" name="Google Shape;2442;p83"/>
          <p:cNvSpPr txBox="1"/>
          <p:nvPr/>
        </p:nvSpPr>
        <p:spPr>
          <a:xfrm>
            <a:off x="3066038" y="2936271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</a:endParaRPr>
          </a:p>
        </p:txBody>
      </p:sp>
      <p:cxnSp>
        <p:nvCxnSpPr>
          <p:cNvPr id="2443" name="Google Shape;2443;p83"/>
          <p:cNvCxnSpPr/>
          <p:nvPr/>
        </p:nvCxnSpPr>
        <p:spPr>
          <a:xfrm rot="10800000" flipH="1">
            <a:off x="680138" y="4036988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4" name="Google Shape;2444;p83"/>
          <p:cNvSpPr txBox="1"/>
          <p:nvPr/>
        </p:nvSpPr>
        <p:spPr>
          <a:xfrm>
            <a:off x="2686141" y="2823705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445" name="Google Shape;244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0" y="4728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6" name="Google Shape;2446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380" y="4675050"/>
            <a:ext cx="390570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7" name="Google Shape;2447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1722" y="3590025"/>
            <a:ext cx="1415778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8" name="Google Shape;2448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7600" y="1439227"/>
            <a:ext cx="1228415" cy="66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D7552E-905E-4729-3FB4-FA33CFC8F8A1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117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84"/>
          <p:cNvSpPr/>
          <p:nvPr/>
        </p:nvSpPr>
        <p:spPr>
          <a:xfrm>
            <a:off x="412000" y="4359037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4" name="Google Shape;2454;p84"/>
          <p:cNvSpPr/>
          <p:nvPr/>
        </p:nvSpPr>
        <p:spPr>
          <a:xfrm>
            <a:off x="9854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5" name="Google Shape;2455;p84"/>
          <p:cNvSpPr/>
          <p:nvPr/>
        </p:nvSpPr>
        <p:spPr>
          <a:xfrm>
            <a:off x="16142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6" name="Google Shape;2456;p84"/>
          <p:cNvSpPr/>
          <p:nvPr/>
        </p:nvSpPr>
        <p:spPr>
          <a:xfrm>
            <a:off x="22430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7" name="Google Shape;2457;p84"/>
          <p:cNvSpPr txBox="1"/>
          <p:nvPr/>
        </p:nvSpPr>
        <p:spPr>
          <a:xfrm>
            <a:off x="41228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58" name="Google Shape;2458;p84"/>
          <p:cNvSpPr txBox="1"/>
          <p:nvPr/>
        </p:nvSpPr>
        <p:spPr>
          <a:xfrm>
            <a:off x="101343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59" name="Google Shape;2459;p84"/>
          <p:cNvSpPr txBox="1"/>
          <p:nvPr/>
        </p:nvSpPr>
        <p:spPr>
          <a:xfrm>
            <a:off x="1628250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60" name="Google Shape;2460;p84"/>
          <p:cNvSpPr txBox="1"/>
          <p:nvPr/>
        </p:nvSpPr>
        <p:spPr>
          <a:xfrm>
            <a:off x="2243038" y="42595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61" name="Google Shape;2461;p84"/>
          <p:cNvSpPr/>
          <p:nvPr/>
        </p:nvSpPr>
        <p:spPr>
          <a:xfrm>
            <a:off x="2962150" y="4296275"/>
            <a:ext cx="324000" cy="497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2" name="Google Shape;2462;p84"/>
          <p:cNvSpPr/>
          <p:nvPr/>
        </p:nvSpPr>
        <p:spPr>
          <a:xfrm>
            <a:off x="3564600" y="435948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3" name="Google Shape;2463;p84"/>
          <p:cNvSpPr txBox="1"/>
          <p:nvPr/>
        </p:nvSpPr>
        <p:spPr>
          <a:xfrm>
            <a:off x="3565213" y="4259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y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64" name="Google Shape;2464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QKV Attention </a:t>
            </a:r>
            <a:endParaRPr/>
          </a:p>
        </p:txBody>
      </p:sp>
      <p:sp>
        <p:nvSpPr>
          <p:cNvPr id="2465" name="Google Shape;2465;p84"/>
          <p:cNvSpPr/>
          <p:nvPr/>
        </p:nvSpPr>
        <p:spPr>
          <a:xfrm>
            <a:off x="1099706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6" name="Google Shape;2466;p84"/>
          <p:cNvSpPr/>
          <p:nvPr/>
        </p:nvSpPr>
        <p:spPr>
          <a:xfrm>
            <a:off x="1670012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7" name="Google Shape;2467;p84"/>
          <p:cNvSpPr/>
          <p:nvPr/>
        </p:nvSpPr>
        <p:spPr>
          <a:xfrm>
            <a:off x="2240321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8" name="Google Shape;2468;p84"/>
          <p:cNvSpPr txBox="1"/>
          <p:nvPr/>
        </p:nvSpPr>
        <p:spPr>
          <a:xfrm>
            <a:off x="1029920" y="3552771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69" name="Google Shape;2469;p84"/>
          <p:cNvSpPr txBox="1"/>
          <p:nvPr/>
        </p:nvSpPr>
        <p:spPr>
          <a:xfrm>
            <a:off x="1632929" y="3552773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70" name="Google Shape;2470;p84"/>
          <p:cNvSpPr txBox="1"/>
          <p:nvPr/>
        </p:nvSpPr>
        <p:spPr>
          <a:xfrm>
            <a:off x="2207609" y="355276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71" name="Google Shape;2471;p84"/>
          <p:cNvSpPr/>
          <p:nvPr/>
        </p:nvSpPr>
        <p:spPr>
          <a:xfrm>
            <a:off x="515240" y="365405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2" name="Google Shape;2472;p84"/>
          <p:cNvSpPr txBox="1"/>
          <p:nvPr/>
        </p:nvSpPr>
        <p:spPr>
          <a:xfrm>
            <a:off x="515250" y="3581939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473" name="Google Shape;2473;p84"/>
          <p:cNvCxnSpPr/>
          <p:nvPr/>
        </p:nvCxnSpPr>
        <p:spPr>
          <a:xfrm rot="10800000" flipH="1">
            <a:off x="128478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4" name="Google Shape;2474;p84"/>
          <p:cNvCxnSpPr/>
          <p:nvPr/>
        </p:nvCxnSpPr>
        <p:spPr>
          <a:xfrm rot="10800000" flipH="1">
            <a:off x="183183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5" name="Google Shape;2475;p84"/>
          <p:cNvCxnSpPr/>
          <p:nvPr/>
        </p:nvCxnSpPr>
        <p:spPr>
          <a:xfrm rot="10800000" flipH="1">
            <a:off x="2402163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76" name="Google Shape;2476;p84"/>
          <p:cNvSpPr txBox="1"/>
          <p:nvPr/>
        </p:nvSpPr>
        <p:spPr>
          <a:xfrm>
            <a:off x="472441" y="2301288"/>
            <a:ext cx="2213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0.4     0.55     0.1    0.05</a:t>
            </a:r>
            <a:endParaRPr sz="1600" dirty="0">
              <a:solidFill>
                <a:srgbClr val="000000"/>
              </a:solidFill>
            </a:endParaRPr>
          </a:p>
        </p:txBody>
      </p:sp>
      <p:sp>
        <p:nvSpPr>
          <p:cNvPr id="2477" name="Google Shape;2477;p84"/>
          <p:cNvSpPr/>
          <p:nvPr/>
        </p:nvSpPr>
        <p:spPr>
          <a:xfrm>
            <a:off x="1208518" y="2804574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8" name="Google Shape;2478;p84"/>
          <p:cNvSpPr/>
          <p:nvPr/>
        </p:nvSpPr>
        <p:spPr>
          <a:xfrm>
            <a:off x="1705218" y="3227599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9" name="Google Shape;2479;p84"/>
          <p:cNvSpPr/>
          <p:nvPr/>
        </p:nvSpPr>
        <p:spPr>
          <a:xfrm>
            <a:off x="2297634" y="330876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80" name="Google Shape;2480;p84"/>
          <p:cNvCxnSpPr/>
          <p:nvPr/>
        </p:nvCxnSpPr>
        <p:spPr>
          <a:xfrm>
            <a:off x="311706" y="3551444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1" name="Google Shape;2481;p84"/>
          <p:cNvSpPr/>
          <p:nvPr/>
        </p:nvSpPr>
        <p:spPr>
          <a:xfrm rot="5400000">
            <a:off x="1452338" y="1090913"/>
            <a:ext cx="141300" cy="2073300"/>
          </a:xfrm>
          <a:prstGeom prst="leftBrace">
            <a:avLst>
              <a:gd name="adj1" fmla="val 50000"/>
              <a:gd name="adj2" fmla="val 5028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82" name="Google Shape;2482;p84"/>
          <p:cNvCxnSpPr>
            <a:endCxn id="2470" idx="2"/>
          </p:cNvCxnSpPr>
          <p:nvPr/>
        </p:nvCxnSpPr>
        <p:spPr>
          <a:xfrm rot="10800000">
            <a:off x="2509109" y="3922065"/>
            <a:ext cx="13209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3" name="Google Shape;2483;p84"/>
          <p:cNvCxnSpPr>
            <a:endCxn id="2469" idx="2"/>
          </p:cNvCxnSpPr>
          <p:nvPr/>
        </p:nvCxnSpPr>
        <p:spPr>
          <a:xfrm rot="10800000">
            <a:off x="1934429" y="3922073"/>
            <a:ext cx="1895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4" name="Google Shape;2484;p84"/>
          <p:cNvCxnSpPr>
            <a:endCxn id="2468" idx="2"/>
          </p:cNvCxnSpPr>
          <p:nvPr/>
        </p:nvCxnSpPr>
        <p:spPr>
          <a:xfrm rot="10800000">
            <a:off x="1331420" y="3922071"/>
            <a:ext cx="2498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5" name="Google Shape;2485;p84"/>
          <p:cNvCxnSpPr>
            <a:endCxn id="2472" idx="2"/>
          </p:cNvCxnSpPr>
          <p:nvPr/>
        </p:nvCxnSpPr>
        <p:spPr>
          <a:xfrm rot="10800000">
            <a:off x="807150" y="3951239"/>
            <a:ext cx="3022800" cy="34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6" name="Google Shape;2486;p84"/>
          <p:cNvSpPr/>
          <p:nvPr/>
        </p:nvSpPr>
        <p:spPr>
          <a:xfrm>
            <a:off x="1336288" y="163678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7" name="Google Shape;2487;p84"/>
          <p:cNvSpPr txBox="1"/>
          <p:nvPr/>
        </p:nvSpPr>
        <p:spPr>
          <a:xfrm>
            <a:off x="1336600" y="15632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488" name="Google Shape;2488;p84"/>
          <p:cNvSpPr/>
          <p:nvPr/>
        </p:nvSpPr>
        <p:spPr>
          <a:xfrm>
            <a:off x="539574" y="2976740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9" name="Google Shape;2489;p84"/>
          <p:cNvSpPr txBox="1"/>
          <p:nvPr/>
        </p:nvSpPr>
        <p:spPr>
          <a:xfrm>
            <a:off x="3066038" y="2936271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</a:endParaRPr>
          </a:p>
        </p:txBody>
      </p:sp>
      <p:cxnSp>
        <p:nvCxnSpPr>
          <p:cNvPr id="2490" name="Google Shape;2490;p84"/>
          <p:cNvCxnSpPr/>
          <p:nvPr/>
        </p:nvCxnSpPr>
        <p:spPr>
          <a:xfrm rot="10800000" flipH="1">
            <a:off x="680138" y="4036988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492" name="Google Shape;249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0" y="4728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3" name="Google Shape;2493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380" y="4675050"/>
            <a:ext cx="390570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4" name="Google Shape;2494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1722" y="3590025"/>
            <a:ext cx="1415778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5" name="Google Shape;2495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7600" y="1439227"/>
            <a:ext cx="1228415" cy="6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6317" y="1354675"/>
            <a:ext cx="1371608" cy="7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7" name="Google Shape;249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93824" y="3533600"/>
            <a:ext cx="1463600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8" name="Google Shape;2498;p84"/>
          <p:cNvSpPr txBox="1"/>
          <p:nvPr/>
        </p:nvSpPr>
        <p:spPr>
          <a:xfrm>
            <a:off x="4506950" y="438900"/>
            <a:ext cx="40827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У QKV Attention 3 обучаемые матрицы::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Q</a:t>
            </a:r>
            <a:r>
              <a:rPr lang="en" sz="1600" baseline="-250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dxm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(query)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K</a:t>
            </a:r>
            <a:r>
              <a:rPr lang="en" sz="1600" baseline="-250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dxm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(key)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V</a:t>
            </a:r>
            <a:r>
              <a:rPr lang="en" sz="1600" baseline="-250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dxm</a:t>
            </a: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(value)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Здесь: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D — длина эмбеддингов;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M можно выбирать любым 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 </a:t>
            </a:r>
            <a:endParaRPr sz="1600" i="1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" name="Google Shape;2444;p83">
            <a:extLst>
              <a:ext uri="{FF2B5EF4-FFF2-40B4-BE49-F238E27FC236}">
                <a16:creationId xmlns:a16="http://schemas.microsoft.com/office/drawing/2014/main" id="{C5666B40-0E4E-D63D-1BC8-76B2FADD7A8F}"/>
              </a:ext>
            </a:extLst>
          </p:cNvPr>
          <p:cNvSpPr txBox="1"/>
          <p:nvPr/>
        </p:nvSpPr>
        <p:spPr>
          <a:xfrm>
            <a:off x="2686141" y="2823705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SoftMax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6D4B4-0F4D-06BD-CB11-61B2E88C125E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118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85"/>
          <p:cNvSpPr txBox="1"/>
          <p:nvPr/>
        </p:nvSpPr>
        <p:spPr>
          <a:xfrm>
            <a:off x="4346500" y="137050"/>
            <a:ext cx="362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rial" panose="020B0604020202020204" pitchFamily="34" charset="0"/>
                <a:ea typeface="Old Standard TT"/>
                <a:cs typeface="Arial" panose="020B0604020202020204" pitchFamily="34" charset="0"/>
                <a:sym typeface="Old Standard TT"/>
              </a:rPr>
              <a:t>QKV Attention в векторной форме:</a:t>
            </a:r>
            <a:endParaRPr sz="1600" dirty="0">
              <a:solidFill>
                <a:schemeClr val="dk1"/>
              </a:solidFill>
              <a:latin typeface="Arial" panose="020B0604020202020204" pitchFamily="34" charset="0"/>
              <a:ea typeface="Old Standard TT"/>
              <a:cs typeface="Arial" panose="020B0604020202020204" pitchFamily="34" charset="0"/>
              <a:sym typeface="Old Standard TT"/>
            </a:endParaRPr>
          </a:p>
        </p:txBody>
      </p:sp>
      <p:sp>
        <p:nvSpPr>
          <p:cNvPr id="2504" name="Google Shape;2504;p85"/>
          <p:cNvSpPr/>
          <p:nvPr/>
        </p:nvSpPr>
        <p:spPr>
          <a:xfrm>
            <a:off x="917375" y="3744150"/>
            <a:ext cx="642900" cy="34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05" name="Google Shape;2505;p85"/>
          <p:cNvCxnSpPr>
            <a:endCxn id="2504" idx="2"/>
          </p:cNvCxnSpPr>
          <p:nvPr/>
        </p:nvCxnSpPr>
        <p:spPr>
          <a:xfrm rot="10800000">
            <a:off x="1238825" y="4088250"/>
            <a:ext cx="5100" cy="55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6" name="Google Shape;2506;p85"/>
          <p:cNvSpPr/>
          <p:nvPr/>
        </p:nvSpPr>
        <p:spPr>
          <a:xfrm>
            <a:off x="3182800" y="4626688"/>
            <a:ext cx="2163600" cy="344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07" name="Google Shape;2507;p85"/>
          <p:cNvCxnSpPr/>
          <p:nvPr/>
        </p:nvCxnSpPr>
        <p:spPr>
          <a:xfrm rot="10800000">
            <a:off x="4264700" y="4095888"/>
            <a:ext cx="5400" cy="53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8" name="Google Shape;2508;p85"/>
          <p:cNvSpPr/>
          <p:nvPr/>
        </p:nvSpPr>
        <p:spPr>
          <a:xfrm>
            <a:off x="3934550" y="3708313"/>
            <a:ext cx="642900" cy="344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9" name="Google Shape;2509;p85"/>
          <p:cNvSpPr txBox="1"/>
          <p:nvPr/>
        </p:nvSpPr>
        <p:spPr>
          <a:xfrm>
            <a:off x="941584" y="3716101"/>
            <a:ext cx="9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chemeClr val="dk1"/>
                </a:solidFill>
              </a:rPr>
              <a:t>k= x</a:t>
            </a:r>
            <a:r>
              <a:rPr lang="en" sz="1400" b="1" i="1" dirty="0">
                <a:solidFill>
                  <a:schemeClr val="dk1"/>
                </a:solidFill>
              </a:rPr>
              <a:t>K</a:t>
            </a:r>
            <a:endParaRPr sz="1400" b="1" dirty="0">
              <a:solidFill>
                <a:schemeClr val="dk1"/>
              </a:solidFill>
            </a:endParaRPr>
          </a:p>
        </p:txBody>
      </p:sp>
      <p:cxnSp>
        <p:nvCxnSpPr>
          <p:cNvPr id="2510" name="Google Shape;2510;p85"/>
          <p:cNvCxnSpPr>
            <a:stCxn id="2504" idx="0"/>
            <a:endCxn id="2511" idx="3"/>
          </p:cNvCxnSpPr>
          <p:nvPr/>
        </p:nvCxnSpPr>
        <p:spPr>
          <a:xfrm rot="10800000" flipH="1">
            <a:off x="1238825" y="3416850"/>
            <a:ext cx="938400" cy="3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2" name="Google Shape;2512;p85"/>
          <p:cNvSpPr/>
          <p:nvPr/>
        </p:nvSpPr>
        <p:spPr>
          <a:xfrm>
            <a:off x="139350" y="4626688"/>
            <a:ext cx="2163600" cy="344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3" name="Google Shape;2513;p85"/>
          <p:cNvSpPr txBox="1"/>
          <p:nvPr/>
        </p:nvSpPr>
        <p:spPr>
          <a:xfrm>
            <a:off x="465050" y="4599045"/>
            <a:ext cx="2785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rgbClr val="595959"/>
                </a:solidFill>
              </a:rPr>
              <a:t>x</a:t>
            </a:r>
            <a:r>
              <a:rPr lang="en" sz="1400" i="1" baseline="-25000" dirty="0">
                <a:solidFill>
                  <a:srgbClr val="595959"/>
                </a:solidFill>
              </a:rPr>
              <a:t> </a:t>
            </a:r>
            <a:r>
              <a:rPr lang="en" sz="1400" i="1" dirty="0">
                <a:solidFill>
                  <a:srgbClr val="595959"/>
                </a:solidFill>
              </a:rPr>
              <a:t> = [x</a:t>
            </a:r>
            <a:r>
              <a:rPr lang="en" sz="1400" i="1" baseline="-25000" dirty="0">
                <a:solidFill>
                  <a:srgbClr val="595959"/>
                </a:solidFill>
              </a:rPr>
              <a:t>1 </a:t>
            </a:r>
            <a:r>
              <a:rPr lang="en" sz="1400" i="1" dirty="0">
                <a:solidFill>
                  <a:srgbClr val="595959"/>
                </a:solidFill>
              </a:rPr>
              <a:t>, </a:t>
            </a:r>
            <a:r>
              <a:rPr lang="en" sz="1400" i="1" dirty="0">
                <a:solidFill>
                  <a:schemeClr val="dk2"/>
                </a:solidFill>
              </a:rPr>
              <a:t>x</a:t>
            </a:r>
            <a:r>
              <a:rPr lang="en" sz="1400" i="1" baseline="-25000" dirty="0">
                <a:solidFill>
                  <a:schemeClr val="dk2"/>
                </a:solidFill>
              </a:rPr>
              <a:t>2 </a:t>
            </a:r>
            <a:r>
              <a:rPr lang="en" sz="1400" i="1" dirty="0">
                <a:solidFill>
                  <a:schemeClr val="dk2"/>
                </a:solidFill>
              </a:rPr>
              <a:t>,..., x</a:t>
            </a:r>
            <a:r>
              <a:rPr lang="en" sz="1400" i="1" baseline="-25000" dirty="0">
                <a:solidFill>
                  <a:schemeClr val="dk2"/>
                </a:solidFill>
              </a:rPr>
              <a:t>n</a:t>
            </a:r>
            <a:r>
              <a:rPr lang="en" sz="1400" i="1" dirty="0">
                <a:solidFill>
                  <a:srgbClr val="595959"/>
                </a:solidFill>
              </a:rPr>
              <a:t>]</a:t>
            </a:r>
            <a:endParaRPr sz="1400" i="1" dirty="0">
              <a:solidFill>
                <a:srgbClr val="595959"/>
              </a:solidFill>
            </a:endParaRPr>
          </a:p>
        </p:txBody>
      </p:sp>
      <p:cxnSp>
        <p:nvCxnSpPr>
          <p:cNvPr id="2514" name="Google Shape;2514;p85"/>
          <p:cNvCxnSpPr>
            <a:endCxn id="2511" idx="5"/>
          </p:cNvCxnSpPr>
          <p:nvPr/>
        </p:nvCxnSpPr>
        <p:spPr>
          <a:xfrm rot="10800000">
            <a:off x="3207249" y="3416893"/>
            <a:ext cx="1081800" cy="27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5" name="Google Shape;2515;p85"/>
          <p:cNvCxnSpPr/>
          <p:nvPr/>
        </p:nvCxnSpPr>
        <p:spPr>
          <a:xfrm rot="10800000">
            <a:off x="2695625" y="2328188"/>
            <a:ext cx="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6" name="Google Shape;2516;p85"/>
          <p:cNvSpPr/>
          <p:nvPr/>
        </p:nvSpPr>
        <p:spPr>
          <a:xfrm>
            <a:off x="1990475" y="1781549"/>
            <a:ext cx="14565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7" name="Google Shape;2517;p85"/>
          <p:cNvSpPr txBox="1"/>
          <p:nvPr/>
        </p:nvSpPr>
        <p:spPr>
          <a:xfrm>
            <a:off x="2005715" y="1867799"/>
            <a:ext cx="161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chemeClr val="dk1"/>
                </a:solidFill>
              </a:rPr>
              <a:t>w=softmax( kq</a:t>
            </a:r>
            <a:r>
              <a:rPr lang="en" sz="1400" i="1" baseline="30000" dirty="0">
                <a:solidFill>
                  <a:schemeClr val="dk1"/>
                </a:solidFill>
              </a:rPr>
              <a:t>T</a:t>
            </a:r>
            <a:r>
              <a:rPr lang="en" sz="1400" i="1" dirty="0">
                <a:solidFill>
                  <a:schemeClr val="dk1"/>
                </a:solidFill>
              </a:rPr>
              <a:t>)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2511" name="Google Shape;2511;p85"/>
          <p:cNvSpPr/>
          <p:nvPr/>
        </p:nvSpPr>
        <p:spPr>
          <a:xfrm>
            <a:off x="1964048" y="2928063"/>
            <a:ext cx="14565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8" name="Google Shape;2518;p85"/>
          <p:cNvSpPr txBox="1"/>
          <p:nvPr/>
        </p:nvSpPr>
        <p:spPr>
          <a:xfrm>
            <a:off x="2370575" y="2993676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chemeClr val="dk1"/>
                </a:solidFill>
              </a:rPr>
              <a:t>w= kq</a:t>
            </a:r>
            <a:r>
              <a:rPr lang="en" sz="1400" i="1" baseline="30000" dirty="0">
                <a:solidFill>
                  <a:schemeClr val="dk1"/>
                </a:solidFill>
              </a:rPr>
              <a:t>T</a:t>
            </a:r>
            <a:endParaRPr sz="1400" dirty="0">
              <a:solidFill>
                <a:schemeClr val="dk1"/>
              </a:solidFill>
            </a:endParaRPr>
          </a:p>
        </p:txBody>
      </p:sp>
      <p:cxnSp>
        <p:nvCxnSpPr>
          <p:cNvPr id="2519" name="Google Shape;2519;p85"/>
          <p:cNvCxnSpPr/>
          <p:nvPr/>
        </p:nvCxnSpPr>
        <p:spPr>
          <a:xfrm rot="10800000" flipH="1">
            <a:off x="593913" y="2328188"/>
            <a:ext cx="18600" cy="22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0" name="Google Shape;2520;p85"/>
          <p:cNvSpPr txBox="1"/>
          <p:nvPr/>
        </p:nvSpPr>
        <p:spPr>
          <a:xfrm>
            <a:off x="3934550" y="3680250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>
                <a:solidFill>
                  <a:schemeClr val="dk1"/>
                </a:solidFill>
              </a:rPr>
              <a:t>q = </a:t>
            </a:r>
            <a:r>
              <a:rPr lang="en" sz="1400">
                <a:solidFill>
                  <a:schemeClr val="dk1"/>
                </a:solidFill>
              </a:rPr>
              <a:t>y</a:t>
            </a:r>
            <a:r>
              <a:rPr lang="en" sz="1400" b="1">
                <a:solidFill>
                  <a:schemeClr val="dk1"/>
                </a:solidFill>
              </a:rPr>
              <a:t>Q</a:t>
            </a:r>
            <a:endParaRPr sz="1400" b="1">
              <a:solidFill>
                <a:schemeClr val="dk1"/>
              </a:solidFill>
            </a:endParaRPr>
          </a:p>
        </p:txBody>
      </p:sp>
      <p:sp>
        <p:nvSpPr>
          <p:cNvPr id="2521" name="Google Shape;2521;p85"/>
          <p:cNvSpPr txBox="1"/>
          <p:nvPr/>
        </p:nvSpPr>
        <p:spPr>
          <a:xfrm>
            <a:off x="3471530" y="4590988"/>
            <a:ext cx="2785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rgbClr val="595959"/>
                </a:solidFill>
              </a:rPr>
              <a:t>y</a:t>
            </a:r>
            <a:r>
              <a:rPr lang="en" sz="1400" i="1" baseline="-25000" dirty="0">
                <a:solidFill>
                  <a:srgbClr val="595959"/>
                </a:solidFill>
              </a:rPr>
              <a:t> </a:t>
            </a:r>
            <a:r>
              <a:rPr lang="en" sz="1400" i="1" dirty="0">
                <a:solidFill>
                  <a:srgbClr val="595959"/>
                </a:solidFill>
              </a:rPr>
              <a:t> = [y</a:t>
            </a:r>
            <a:r>
              <a:rPr lang="en" sz="1400" i="1" baseline="-25000" dirty="0">
                <a:solidFill>
                  <a:srgbClr val="595959"/>
                </a:solidFill>
              </a:rPr>
              <a:t>1 </a:t>
            </a:r>
            <a:r>
              <a:rPr lang="en" sz="1400" i="1" dirty="0">
                <a:solidFill>
                  <a:srgbClr val="595959"/>
                </a:solidFill>
              </a:rPr>
              <a:t>, </a:t>
            </a:r>
            <a:r>
              <a:rPr lang="en" sz="1400" i="1" dirty="0">
                <a:solidFill>
                  <a:schemeClr val="dk2"/>
                </a:solidFill>
              </a:rPr>
              <a:t>y</a:t>
            </a:r>
            <a:r>
              <a:rPr lang="en" sz="1400" i="1" baseline="-25000" dirty="0">
                <a:solidFill>
                  <a:schemeClr val="dk2"/>
                </a:solidFill>
              </a:rPr>
              <a:t>2 </a:t>
            </a:r>
            <a:r>
              <a:rPr lang="en" sz="1400" i="1" dirty="0">
                <a:solidFill>
                  <a:schemeClr val="dk2"/>
                </a:solidFill>
              </a:rPr>
              <a:t>,..., y</a:t>
            </a:r>
            <a:r>
              <a:rPr lang="en" sz="1400" i="1" baseline="-25000" dirty="0">
                <a:solidFill>
                  <a:schemeClr val="dk2"/>
                </a:solidFill>
              </a:rPr>
              <a:t>n</a:t>
            </a:r>
            <a:r>
              <a:rPr lang="en" sz="1400" i="1" dirty="0">
                <a:solidFill>
                  <a:srgbClr val="595959"/>
                </a:solidFill>
              </a:rPr>
              <a:t>]</a:t>
            </a:r>
            <a:endParaRPr sz="1400" i="1" dirty="0">
              <a:solidFill>
                <a:srgbClr val="595959"/>
              </a:solidFill>
            </a:endParaRPr>
          </a:p>
        </p:txBody>
      </p:sp>
      <p:sp>
        <p:nvSpPr>
          <p:cNvPr id="2522" name="Google Shape;2522;p85"/>
          <p:cNvSpPr/>
          <p:nvPr/>
        </p:nvSpPr>
        <p:spPr>
          <a:xfrm>
            <a:off x="323525" y="1984075"/>
            <a:ext cx="642900" cy="344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3" name="Google Shape;2523;p85"/>
          <p:cNvSpPr txBox="1"/>
          <p:nvPr/>
        </p:nvSpPr>
        <p:spPr>
          <a:xfrm>
            <a:off x="323513" y="1956038"/>
            <a:ext cx="9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>
                <a:solidFill>
                  <a:schemeClr val="dk1"/>
                </a:solidFill>
              </a:rPr>
              <a:t>v = x</a:t>
            </a:r>
            <a:r>
              <a:rPr lang="en" sz="1400" b="1" i="1">
                <a:solidFill>
                  <a:schemeClr val="dk1"/>
                </a:solidFill>
              </a:rPr>
              <a:t>V</a:t>
            </a:r>
            <a:endParaRPr sz="1400" b="1">
              <a:solidFill>
                <a:schemeClr val="dk1"/>
              </a:solidFill>
            </a:endParaRPr>
          </a:p>
        </p:txBody>
      </p:sp>
      <p:cxnSp>
        <p:nvCxnSpPr>
          <p:cNvPr id="2524" name="Google Shape;2524;p85"/>
          <p:cNvCxnSpPr>
            <a:stCxn id="2523" idx="0"/>
          </p:cNvCxnSpPr>
          <p:nvPr/>
        </p:nvCxnSpPr>
        <p:spPr>
          <a:xfrm rot="10800000" flipH="1">
            <a:off x="781163" y="1190138"/>
            <a:ext cx="639300" cy="7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25" name="Google Shape;2525;p85"/>
          <p:cNvCxnSpPr>
            <a:stCxn id="2516" idx="0"/>
          </p:cNvCxnSpPr>
          <p:nvPr/>
        </p:nvCxnSpPr>
        <p:spPr>
          <a:xfrm rot="10800000">
            <a:off x="1708025" y="1207649"/>
            <a:ext cx="1010700" cy="57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6" name="Google Shape;2526;p85"/>
          <p:cNvSpPr/>
          <p:nvPr/>
        </p:nvSpPr>
        <p:spPr>
          <a:xfrm>
            <a:off x="1250375" y="835600"/>
            <a:ext cx="642900" cy="344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7" name="Google Shape;2527;p85"/>
          <p:cNvSpPr txBox="1"/>
          <p:nvPr/>
        </p:nvSpPr>
        <p:spPr>
          <a:xfrm>
            <a:off x="1239072" y="807563"/>
            <a:ext cx="182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chemeClr val="dk1"/>
                </a:solidFill>
              </a:rPr>
              <a:t>a = wv</a:t>
            </a: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2528" name="Google Shape;252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150" y="1437449"/>
            <a:ext cx="1082875" cy="3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9" name="Google Shape;252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156" y="655625"/>
            <a:ext cx="2199019" cy="6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566D20-D654-70F2-9DD7-A0E920271B27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119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pic>
        <p:nvPicPr>
          <p:cNvPr id="2535" name="Google Shape;253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9750"/>
            <a:ext cx="3970701" cy="37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D1B8B2-84DD-F52C-29D9-21F92B1C1FA3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Итоги </a:t>
            </a:r>
            <a:r>
              <a:rPr lang="ru-RU" dirty="0"/>
              <a:t>раздела</a:t>
            </a:r>
            <a:endParaRPr dirty="0"/>
          </a:p>
        </p:txBody>
      </p:sp>
      <p:sp>
        <p:nvSpPr>
          <p:cNvPr id="2541" name="Google Shape;2541;p87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656662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В этом </a:t>
            </a:r>
            <a:r>
              <a:rPr lang="ru-RU" sz="1600" dirty="0"/>
              <a:t>разделе</a:t>
            </a:r>
            <a:r>
              <a:rPr lang="en" sz="1600" dirty="0"/>
              <a:t> мы: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Детально разобрали устройство decoder блока Transformer;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/>
              <a:t>Собрали полную архитектуру Transformer;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/>
              <a:t>Узнали, как работает QKV Attention.</a:t>
            </a:r>
            <a:endParaRPr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7649C-F966-4340-B218-D09A0B1517DC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121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Итоги </a:t>
            </a:r>
            <a:r>
              <a:rPr lang="ru-RU" dirty="0"/>
              <a:t>раздела</a:t>
            </a:r>
            <a:endParaRPr dirty="0"/>
          </a:p>
        </p:txBody>
      </p:sp>
      <p:sp>
        <p:nvSpPr>
          <p:cNvPr id="2547" name="Google Shape;2547;p88"/>
          <p:cNvSpPr txBox="1"/>
          <p:nvPr/>
        </p:nvSpPr>
        <p:spPr>
          <a:xfrm>
            <a:off x="255875" y="1117175"/>
            <a:ext cx="47034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blocks structures: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LayerNorm;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Masked Self-Attention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Cross-Attention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QKV Attention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B28BF0-1BED-213F-BE65-B98F69E4E5D4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122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5">
          <a:extLst>
            <a:ext uri="{FF2B5EF4-FFF2-40B4-BE49-F238E27FC236}">
              <a16:creationId xmlns:a16="http://schemas.microsoft.com/office/drawing/2014/main" id="{FD6AD26B-EC9C-D0B7-0D0E-AA898A43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88">
            <a:extLst>
              <a:ext uri="{FF2B5EF4-FFF2-40B4-BE49-F238E27FC236}">
                <a16:creationId xmlns:a16="http://schemas.microsoft.com/office/drawing/2014/main" id="{619CF43D-6054-9AB0-AA9E-828407347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Использованные материалы</a:t>
            </a:r>
            <a:endParaRPr dirty="0"/>
          </a:p>
        </p:txBody>
      </p:sp>
      <p:sp>
        <p:nvSpPr>
          <p:cNvPr id="2547" name="Google Shape;2547;p88">
            <a:extLst>
              <a:ext uri="{FF2B5EF4-FFF2-40B4-BE49-F238E27FC236}">
                <a16:creationId xmlns:a16="http://schemas.microsoft.com/office/drawing/2014/main" id="{82501A9E-873E-71CD-8C8C-3181FD212283}"/>
              </a:ext>
            </a:extLst>
          </p:cNvPr>
          <p:cNvSpPr txBox="1"/>
          <p:nvPr/>
        </p:nvSpPr>
        <p:spPr>
          <a:xfrm>
            <a:off x="240803" y="1117175"/>
            <a:ext cx="824503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Видеол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екции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School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2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Рекуррентная нейронная сеть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hlinkClick r:id="rId4"/>
            </a:endParaRPr>
          </a:p>
          <a:p>
            <a:pPr marL="412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Машинный перевод, архитектура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Seq2Seq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2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Механизм внимания (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Attention)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2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Архитектура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Transformer.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Введение,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Transformer Encoder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2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Архитектура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Transformer. Decoder, QKV Attention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8546E-BD11-2201-9C5B-0B5F27B076E6}"/>
              </a:ext>
            </a:extLst>
          </p:cNvPr>
          <p:cNvSpPr txBox="1"/>
          <p:nvPr/>
        </p:nvSpPr>
        <p:spPr>
          <a:xfrm>
            <a:off x="8767187" y="4813300"/>
            <a:ext cx="4377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6538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</TotalTime>
  <Words>4468</Words>
  <Application>Microsoft Office PowerPoint</Application>
  <PresentationFormat>Экран (16:9)</PresentationFormat>
  <Paragraphs>2200</Paragraphs>
  <Slides>123</Slides>
  <Notes>123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123</vt:i4>
      </vt:variant>
    </vt:vector>
  </HeadingPairs>
  <TitlesOfParts>
    <vt:vector size="130" baseType="lpstr">
      <vt:lpstr>Aptos Display</vt:lpstr>
      <vt:lpstr>Arial</vt:lpstr>
      <vt:lpstr>Old Standard TT</vt:lpstr>
      <vt:lpstr>Aptos</vt:lpstr>
      <vt:lpstr>Montserrat</vt:lpstr>
      <vt:lpstr>Calibri</vt:lpstr>
      <vt:lpstr>Тема Office</vt:lpstr>
      <vt:lpstr>Архитектура Seq2Seq, механизм Attention, Transformer</vt:lpstr>
      <vt:lpstr>План раздела</vt:lpstr>
      <vt:lpstr>Задача машинного перевода </vt:lpstr>
      <vt:lpstr>RNN для машинного перевода </vt:lpstr>
      <vt:lpstr>RNN для машинного перевода  </vt:lpstr>
      <vt:lpstr>RNN для машинного перевода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Обучение модели перевода</vt:lpstr>
      <vt:lpstr>Обучение  модели</vt:lpstr>
      <vt:lpstr>Обучение  модели</vt:lpstr>
      <vt:lpstr>Обучение  модели</vt:lpstr>
      <vt:lpstr>Обучение  модели</vt:lpstr>
      <vt:lpstr>Обучение  модели</vt:lpstr>
      <vt:lpstr>Обучение модели</vt:lpstr>
      <vt:lpstr>Метрики качества для MT</vt:lpstr>
      <vt:lpstr>Обучение модели</vt:lpstr>
      <vt:lpstr> RNN for MT</vt:lpstr>
      <vt:lpstr> RNN for MT</vt:lpstr>
      <vt:lpstr>Bidirectional RNN</vt:lpstr>
      <vt:lpstr>Итоги раздела</vt:lpstr>
      <vt:lpstr>Механизм Attention</vt:lpstr>
      <vt:lpstr>План раздела</vt:lpstr>
      <vt:lpstr> RNN для MT: напоминание</vt:lpstr>
      <vt:lpstr>Attention: идея</vt:lpstr>
      <vt:lpstr>Attention: идея</vt:lpstr>
      <vt:lpstr>Attention: идея</vt:lpstr>
      <vt:lpstr>Attention: идея</vt:lpstr>
      <vt:lpstr>Attention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Эффект применения Attention</vt:lpstr>
      <vt:lpstr>Attention visualization</vt:lpstr>
      <vt:lpstr>Attention visualization</vt:lpstr>
      <vt:lpstr>Революция после Attention</vt:lpstr>
      <vt:lpstr>Итоги раздела</vt:lpstr>
      <vt:lpstr>Transformer architecture</vt:lpstr>
      <vt:lpstr>В этом разделе</vt:lpstr>
      <vt:lpstr>Недостатки RNN </vt:lpstr>
      <vt:lpstr>Недостатки RNN  </vt:lpstr>
      <vt:lpstr>Идея Transformer</vt:lpstr>
      <vt:lpstr>Идея Transformer </vt:lpstr>
      <vt:lpstr>Идея Transformer  </vt:lpstr>
      <vt:lpstr>Transformer Encoder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Layer Norm</vt:lpstr>
      <vt:lpstr>Layer Norm</vt:lpstr>
      <vt:lpstr>Layer Norm</vt:lpstr>
      <vt:lpstr>Презентация PowerPoint</vt:lpstr>
      <vt:lpstr>Transformer Encoder </vt:lpstr>
      <vt:lpstr>Transformer Encoder  </vt:lpstr>
      <vt:lpstr>Multi-Head Self-Attention  </vt:lpstr>
      <vt:lpstr>Multi-Head Self-Attention </vt:lpstr>
      <vt:lpstr>Multi-Head Self-Attention </vt:lpstr>
      <vt:lpstr>Презентация PowerPoint</vt:lpstr>
      <vt:lpstr>Презентация PowerPoint</vt:lpstr>
      <vt:lpstr>Transformer Encoder</vt:lpstr>
      <vt:lpstr>Multi-Head Self-Attention  </vt:lpstr>
      <vt:lpstr>Multi-Head Self-Attention  </vt:lpstr>
      <vt:lpstr>Transformer Encoder  </vt:lpstr>
      <vt:lpstr>Transformer Encoder</vt:lpstr>
      <vt:lpstr>Positional Encoding </vt:lpstr>
      <vt:lpstr>Positional Encoding </vt:lpstr>
      <vt:lpstr>Positional Encoding </vt:lpstr>
      <vt:lpstr>Positional Encoding  </vt:lpstr>
      <vt:lpstr>Transformer Encoder  </vt:lpstr>
      <vt:lpstr>Transformer Encoder  </vt:lpstr>
      <vt:lpstr>Transformer </vt:lpstr>
      <vt:lpstr>Итоги раздела</vt:lpstr>
      <vt:lpstr>Transformer architecture</vt:lpstr>
      <vt:lpstr>В этом разделе </vt:lpstr>
      <vt:lpstr>Transformer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Transformer </vt:lpstr>
      <vt:lpstr>Masked Self-Attention  </vt:lpstr>
      <vt:lpstr>Masked Self-Attention  </vt:lpstr>
      <vt:lpstr>Masked Self-Attention  </vt:lpstr>
      <vt:lpstr>Transformer </vt:lpstr>
      <vt:lpstr>Cross-Attention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Transformer Decoder</vt:lpstr>
      <vt:lpstr>QKV Attention </vt:lpstr>
      <vt:lpstr>QKV Attention </vt:lpstr>
      <vt:lpstr>QKV Attention </vt:lpstr>
      <vt:lpstr>Презентация PowerPoint</vt:lpstr>
      <vt:lpstr>Transformer</vt:lpstr>
      <vt:lpstr>Итоги раздела</vt:lpstr>
      <vt:lpstr>Итоги раздела</vt:lpstr>
      <vt:lpstr>Использованные 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a165</cp:lastModifiedBy>
  <cp:revision>109</cp:revision>
  <dcterms:modified xsi:type="dcterms:W3CDTF">2026-04-24T06:20:54Z</dcterms:modified>
</cp:coreProperties>
</file>